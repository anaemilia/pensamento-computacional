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5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de Processos e Dados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listas, tabelas, dicionários e matrizes como formas de representar dados.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representação de processos por estados (antes/depois).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transnumeração: mudar a forma de um dado sem perder seu sentido.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representação adequada para cada tipo de problema.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frequência e proporção a formas de representar dados.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5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representação importa?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é escolher uma forma (lista, tabela, gráfico, fórmula) para tornar um dado ou processo interpretável.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representações do mesmo conceito revelam propriedades diferentes.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Transnumeração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Wessels: mudar a forma de apresentação de um dado o torna interpretável de um novo jeito.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transformar uma lista de valores em pares (entrada, saída) revela a relação funcional.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Queiroz: representações ampliam a percepção de propriedades e relações do conceito.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simples à estrutura composta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Coleções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ordem e índice. Matriz: linhas e colunas — uma grade.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Dicionário: associa uma chave a um valor (mapeamento).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a estrutura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preciso de ordem? de associação? de agrupamento?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informação pode caber em mais de uma estrutura — a escolha muda o que fica fácil de fazer depois.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representação, manipulação, feedback e transnumeração.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4 ao Bloco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processamento, saída.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problemas complexos em partes menores.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5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• Representação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Representação de Processos e Dados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lista representa dados brutos?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dados em lista.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ordem e repetição.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se a lista conta uma história.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como registro inicial de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registra valores, mas ainda exige organização para comunicar relações.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tabela representa relações?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pares nome–valor.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lista simples.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linha.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como relação compacta entre variáveis.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articula categorias e quantidades, fazendo emergir uma relação entre colunas.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dicionário representa associação?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nomes para valores.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uma chave.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diferença entre lista e dicionário.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chave–valor como representação relacional.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explicitar variáveis, relações e restrições.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torna explícita uma relação de acesso e significado.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matriz representa uma grade?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matriz 2×3.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linha e coluna.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posição como relação.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bidimensional e índice.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organizar dados é componente crítico da representação.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evidencia que dados podem ter estrutura espacial, não apenas sequência.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por estados?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estado inicial.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mudança.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antes e depois.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estado e transformação.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permitir manipulação de parâmetros e comparação de estados.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 estados ajuda a compreender processos temporais e mudanças.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frequência?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categóricos.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ocorrências.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frequências.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respostas para frequência.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frequências transforma dados dispersos em estrutura interpretável.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proporção?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total e parte.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razão.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percentual.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percentual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parte–todo e representação percentual.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desloca a atenção do número absoluto para a relação entre conjuntos.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a representação adequada?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mesmos dados como lista e frequência.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mensagens.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qual comunica melhor.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depende da mensagem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representação é uma decisão conceitual e comunicativa.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com função composta?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etapas.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em sequência.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composição.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compostos e dependência entre etapas.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de funções mostra que processos computacionais podem ser encadeados.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representações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duas formas de representar.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que cada uma mostra.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 com objetivo da tarefa.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"tabela"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"frequencia"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rica.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representação é observar adequação, clareza e relações que ela permite perceber.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 do conceito.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manipulação, feedback e transnumeração.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diferentes representações mudam o que conseguimos perceber nos dados e processos?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5 - Representação de Processos e Dados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