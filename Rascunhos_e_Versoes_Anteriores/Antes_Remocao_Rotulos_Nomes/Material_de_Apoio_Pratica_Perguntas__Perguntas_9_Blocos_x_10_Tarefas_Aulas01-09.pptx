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por perguntas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14813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 + Pluto em Pensamento Computacional — PROFCOMP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slides organizados pela ementa: 9 blocos × 10 tarefas. Cada tarefa articula código, representação, modelagem e critérios qualitativos.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de análise: relato do GT, tese de Queiroz, e Wessels sobre organização e representação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ferramenta não é o centro. 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assuntos da ementa orientam a sequência?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Introdução à Computação e ao Pensamento Computacional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Pensamento indutivo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Pensamento dedutivo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Problemas e algoritmos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Fundamentos da representação de processos 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Técnicas de construção de algoritmos: decomposição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 Técnicas de construção de algoritmos: generalização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 Técnicas de construção de algoritmos: transformação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9. Noções dos limites da Computação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bloco contém 10 tarefas em Pluto, sempre em formato de pergunta.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Introdução à Computação e ao Pensamento Computacional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“computar” em uma prática de representar, testar e explicar problemas?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computar quando usamos Julia no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expressão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entrada, processamento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o computador fez e o que ele não entendeu.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+ 3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* 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2^5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como mediação entre cálculo e significado.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tarefa separa cálculo de compreensão: o computador executa operações, mas a turma interpreta o sentido da 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variável transforma um número em conceito?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valores com significado.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o nome ou o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como o nome orienta a leitura do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35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idade_futura = idade + 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Variável como representação de grandeza.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variável deixa de ser apenas armazenamento e passa a indicar uma relação conceitual entre valor, papel e contexto.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torna visível uma coleção de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lista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quantidade e ordem.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muda se a ordem mudar.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dados[1]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Coleção, ordem e índice como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aproxima teoria de conjuntos e estrutura computacional: valores aparecem como coleção e como sequência indexada.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Pluto ajuda a ver dependências?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as células em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Mude um valor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atualização das células dependentes.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 = 100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final = valor * (1 + taxa)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Manipulação de parâmetros e feedback imediato.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reatividade torna explícita a dependência entre variáveis, permitindo comparar estados do mesmo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texto e código podem coexistir na mesma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célula Markdown.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valores calculados no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7.5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md"""A média foi **$media**."""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representações: linguagem natural e cálculo.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texto integrado ao código aproxima cálculo, comunicação e justificativa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muda quando a saída vira tabela?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quadrados.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correspondência em pares.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quadrados = dados .^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collect(zip(dados, quadrados))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Transnumeração: lista para pares interpretáveis.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de pares faz aparecer a relação funcional que ficaria escondida em uma lista de resultados.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função sintetiza uma ideia computacional?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uma conta repetida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diferentes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os resultados.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 = 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dobro(4)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dobro(10)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inicial e relação entrada–saída.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introduz a ideia de regra reutilizável e permite discutir domínio, imagem e transformação.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computador representa decisões?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condição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dois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regra antes de executar.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6.5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nota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e classificação.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computacional mostra que regras precisam ser formuladas, testadas e interpretadas.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erro pode virar dado de aprendizagem?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uma variável inexistente.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mensagem de erro.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que relação estava faltando.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x + z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como informação para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revela dependências ausentes e ajuda a discutir a estrutura necessária para o modelo funcionar.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primeira experiência com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um registro curto.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o que ficou visível.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uma dificuldade como dado, regra ou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reflexao = "Expliquei a relação entre dados e saída"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length(reflexao)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sobre o percurso.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inicial observa como o estudante descreve e reorganiza a tarefa, não apenas se o código executou.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indutivo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construir hipóteses a partir de padrões observados em dados e saídas?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padrão parece surgir nesta sequência?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os termos.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a próxima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se a hipótese se sustenta.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[2, 4, 8,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proximo = 32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"multiplicar por 2"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Investigação exploratória e reconhecimento de padrões.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favorecer investigação antes da formalização.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mobiliza a passagem de casos particulares para uma regra provável, ainda sujeita a revisão.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calcular diferenças ajuda a levantar hipóteses?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diferenças consecutivas.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regularidade.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[3, 6, 9, 12]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dif = diff(seq)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diferença transforma a sequência em outra representação, destacando relações entre termos vizinhos.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uma hipótese indutiva falha?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uma regra em novo caso.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um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necessidade de revisão.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2, 4, 8, 15]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all(diff(seq) .==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oportunidade de reformulação.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contraexemplo mostra que indução não é certeza: ela depende de padrões observados e de testes.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 compreensão de listas para formular padrões?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Gere dados com uma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dados observados.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Procure coincidências e desvios.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 [1, 4, 9, 16]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gerado = [n^2 for n in 1:4]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observado == gerado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e comparação entre 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comparação entre observado e gerado torna a hipótese computável e discutível.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turma pode inventar uma representação não padrão?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inventem uma codificação.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Represente pares ou símbolos.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 lista original.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seq = [1, 3, 5,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marcas = repeat.("*", seq)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representações idiossincráticas revelam pensamento.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Representações inventadas podem ajudar a perceber crescimento, quantidade e regularidade.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padrão muda quando mudamos o contexto?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de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por categorias.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contagem = Dict(r =&gt; count(==(r), respostas) for r in unique(respostas))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Contexto e tipo de dado influenciam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indução sobre categorias exige outra organização: contar ocorrências em vez de calcular diferenças.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gráfico textual pode apoiar a indução?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barras de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visualmente as frequências.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Formule a tendência dominante.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[2, 5,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barras = repeat.("█", valores)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Apoio icônico no modo concreto-simbólico.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apoio icônico favorece análise em modos concretos e simbólicos.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textual amplia a percepção de maior, menor e tendência sem depender de gráfico formal.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distinguir padrão real de coincidência?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poucos dados.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duas regras possíveis.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que ambas explicam 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[2, 4,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regra1(n)=2n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regra2(n)=n^2-n+2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interpretações exigem monitoramento.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poucos casos podem sustentar várias regras; a indução exige cautela.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registrar uma hipótese para ser testada?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hipótese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correspondente.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a função em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"dobrar e somar 1"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f(n)=2n+1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[f(n) for n in 1:5]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Articulação entre linguagem natural e regra formal.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registro transforma a hipótese em objeto compartilhável e testável pela turma.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indutivo?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hipótese, teste e revisão.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se o estudante justifica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Valorize o percurso, não só o acerto.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(hipotese="2n", teste=true, revisao="incluir mais casos")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resposta podem indicar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a indução significa observar como o estudante gera, testa e reformula explicações.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dedutivo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aplicar regras gerais a casos particulares e justificar conclusões?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geral decide se um número é par?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número.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do resto da divisão.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por que a conclusão decorre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 = 14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eh_par = n % 2 == 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Regra, caso e conclusão.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dedução torna explícita a relação entre uma propriedade geral e um caso específico.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regra em função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regra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vários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justificativa verbal.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ehpar(n) = n % 2 ==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ehpar.(1:6)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de regra e aplicação sistemática.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permite aplicar uma regra geral a muitos casos sem confundir teste com prova.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implicação lógica em código?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proposições.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“se A então B”.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quando a implicação é falsa.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 = false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implica = !A || B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relação lógica.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lógica transforma uma frase em estrutura verificável, favorecendo precisão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condição classifica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if/elseif/else.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ramo.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"positivo"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elseif x &lt;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"negativo"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"zero"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Classificação por regra e critérios explícitos.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evidencia que categorias dependem de condições e limites definidos.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pertencimento a um conjunto?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conjunto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 elemento.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sentido de pertencer.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Set([2,4,6,8])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in A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in 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Conjunto como representação de critério.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pertencimento conecta teoria de conjuntos a decisão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combinar regras com “e” e “ou”?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duas condições.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Combine-as.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casos de fronteira.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18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tem_doc = true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pode_entrar = idade &gt;= 18 &amp;&amp; tem_doc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relações lógicas.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condições mostra que algoritmos podem depender de várias relações simultâneas.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uma saída a partir de uma tabela de regras?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regras de aprovação.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casos variados.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consistência.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6.2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media &gt;= 5 ? "recuperacao" : "reprovado"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escala numérica para categoria.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transforma um dado quantitativo em categoria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uma regra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entradas conhecidas.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saídas esperadas.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resultado e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[4, 5,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esperado = [true, false, true]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ehpar.(entradas) == esperado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para validar regra formalizada.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tornam visível se a regra foi corretamente representada.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explicar por que uma regra é insuficiente?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uma regra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caso que escapa.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Reformule a condição.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falta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nota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da representação e necessidade de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parcial mostra que dedução correta pode ser inadequada se o modelo ignorar variáveis.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dedutivo?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aplicação e justificativa.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se há casos de fronteira.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revisão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resposta = (regra="n%2==0", caso=14, justificativa="resto zero")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Resposta relacional: regra e justificativa conectadas.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da dedução deve verificar a conexão entre regra geral, caso e explicação.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 algoritmos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situação-problema em algoritmo interpretável?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 é o problema antes do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pergunta em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dados de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que será calculado.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problema = "calcular media de notas"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entradas = [8.0, 6.0, 7.5]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Formulação do problema antes do código.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algoritmo, há uma situação que precisa ser interpretada e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entrada, processo e saída?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dados, cálculo 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cada papel.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Modifique uma entrada.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 como organização de dados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entrada–processo–saída torna visível o caminho de transformação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algoritmo de média?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soma por tamanho.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 / 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Decomposição torna relações intermediárias visíveis.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Dividir a média em partes evita que a fórmula fique opaca.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acrescentar uma decisão ao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média calculada.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regra de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notas diferentes.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media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 de ação e interpretação da 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mostra que algoritmos produzem sentidos, não apenas números.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um algoritmo em etapas?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etapas como strings.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as células do Pluto.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Reordene se necessário.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etapas = ["ler notas", "somar", "dividir", "classificar"]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sequencial de processos.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de etapas ajuda a perceber ordem, dependência e possibilidade de erro.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executa uma repetição controlada?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valores manualmente.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use laço.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duas estratégias.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n in notas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soma += 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procedural de acumulação.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laço torna visível o processo repetido que funções prontas escondem.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algoritmo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Receba notas como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 internamente.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Devolva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function calcula_media(notas)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sum(notas) /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e encapsulamento de processo.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transforma uma sequência de passos em ferramenta reutilizável.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depurar um algoritmo?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 erro proposital.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Localize a etapa incorreta.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Corrija e explique.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sum(notas) /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indicador de relação mal representada.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 é reconstruir a relação entre procedimento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testar um algoritmo com casos diversos?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Monte casos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extremos.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expectativa.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casos = [[10,10], [0,0], [7,7]]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[calcula_media(c) for c in casos]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entre soluções 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casos mostra se o algoritmo funciona além do exemplo inicial.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Problemas e algoritmos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um algoritmo pedagogicamente?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explicação das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as relações intermediárias.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limites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 = (entrada=true, processo=true, saida=true, justificativa=true)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Avaliar percurso, não apenas resultado.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qualidade do algoritmo aparece na clareza com que o estudante explica dados, etapas e decisões.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da representação de processos e dados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diferentes representações mudam o que conseguimos perceber nos dados e processos?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representa dados brutos?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dados em lista.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ordem e repetição.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lista conta uma história.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vendas = [3, 5, 2, 5, 4]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 como registro inicial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registra valores, mas ainda exige organização para comunicar relações.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tabela representa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pares nome–valor.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com lista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linha.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produtos = ["A", "B", "C"]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qtd = [3, 5, 2]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collect(zip(produtos, qtd))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Tabela como relação compacta entre variáveis.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articula categorias e quantidades, fazendo emergir uma relação entre colunas.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dicionário representa associação?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Mapeie nomes para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Consulte uma chave.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diferença entre lista e dicionário.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 = Dict("A"=&gt;3, "B"=&gt;5, "C"=&gt;2)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estoque["B"]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Associação chave–valor como representação relacional.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dicionário torna explícita uma relação de acesso e significado.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matriz representa uma grade?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matriz 2×3.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Acesse linha e coluna.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posição como relação.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 = [1 2 3; 4 5 6]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M[2,3]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bidimensional e índice.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matriz evidencia que dados podem ter estrutura espacial, não apenas sequência.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por estados?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estado0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mudanca = -3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estado1 = estado0 + mudanca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entre estado e transformação.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representação de estados ajuda a compreender processos temporais e mudanças.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dados categóricos.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frequências.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["sim","nao","sim","sim"]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de respostas para frequência.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 frequências transforma dados dispersos em estrutura interpretável.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proporção?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total e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razão.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percentual.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total = 30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 = 12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percentual = parte / total * 100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parte–todo e representação percentual.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proporção desloca a atenção do número absoluto para a relação entre conjuntos.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a representação adequada?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os mesmos dados como lista e frequência.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mensagens.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Decida qual comunica melhor.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lista = dados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representação é uma decisão conceitual e comunicativa.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processo com função composta?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etapas.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composição.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dobro(x)=2x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soma1(x)=x+1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soma1(dobro(5))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Processos compostos e dependência entre etapas.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de funções mostra que processos computacionais podem ser encadeados.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Representação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representações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duas formas de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 que cada uma mostra.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Relacione com objetivo da tarefa.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formas = ["lista", "tabela", "frequencia"]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indicam modelagem mais rica.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representação é observar adequação, clareza e relações que ela permite perceber.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decomposição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dividir um problema em partes que preservam significado?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decompor um problema?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subproblemas.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Associe uma célula do Pluto a cada parte.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partes = ["entrada", "processamento", "decisao", "saida"]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Interação baseada em tarefas e subproblemas.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Decompor reduz a opacidade do algoritmo e revela relações intermediárias.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cálculo de média em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notas.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soma/tamanho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de etapas como representação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média aparece como relação entre soma e cardinalidade, não como fórmula isolada.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cálculo da decisão.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fronteiras.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media &gt;= limite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resultado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Nomeação de critérios e feedback interpretativo.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fica interpretável quando se separam critério, comparação e categoria.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simulação?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taxa.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tempo.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Modelização com variáveis explícitas.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variável passa a representar uma escolha do modelo, abrindo espaço para crítica.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por funções menores?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as duas.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media(notas)=sum(notas)/length(notas)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situacao(m)=m&gt;=7 ? "aprovado"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situacao(media([8,6,7]))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por subfunções.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menores deixam papéis mais claros e favorecem reutilização.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problema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coletar, organizar 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variável para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brutos = ["A","B","A"]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unique(brutos)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Dict(c=&gt;count(==(c), brutos) for c in categorias)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de dados como parte crítica.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mostra que representar dados exige seleção, agrupamento e síntese.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erro?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Isole a linha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Reexecute.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divisor =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sum(entrada)/divisor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indício de relação incorreta.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deixa de ser falha final e vira pista sobre qual relação foi mal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explique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Registre cada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lacunas.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explicacao = (dados="notas", regra="media", saida="situacao")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por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Explicações decompostas revelam se o estudante entende cada componente do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tarefas para colaboração?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Atribua papéis: dados, regra, teste.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resultados.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dependências.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grupo = Dict("dados"=&gt;"Ana", "regra"=&gt;"Joao", "teste"=&gt;"Lia")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Cultura de sala e compartilhamento de ideias.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orientar adaptação para diferentes contextos educacionais.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também organiza o trabalho colaborativo e explicita responsabilidades.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decomposição?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se há subproblemas com sentido.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dependências.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recomposição do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rubrica = ["partes", "dependencias", "recomposicao"]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integração entre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boa decomposição não fragmenta aleatoriamente; ela preserva as relações do problema.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generalização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sair de um caso particular para uma regra reutilizável?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repetição que pede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parecidos.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parte comum.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em função.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m1 = (8+6+7)/3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m2 = (5+9+10)/3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caso particular à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Generalizar é perceber uma estrutura comum em diferentes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cálculo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Retorne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Função como representação de relação geral.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estabiliza uma regra e permite aplicá-la a novos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parâmetros?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Substitua número fixo por parâmetro.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limites diferentes.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classificações.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situacao(media, limite) = media &gt;= limite ? "ok"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situacao(6.5, 7)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Parâmetro como forma de flexibilizar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Parâmetros mostram que um algoritmo pode ser adaptado a contextos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transformação?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a vários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broadcasting.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coleção transformada.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dobros = dados .*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por regra uniforme.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aparece quando a mesma relação opera sobre todos os elementos.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lista de médias.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todas.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6.0,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status = [situacao(m, 7)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aplicada a conjunto.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compreensão de lista permite aplicar uma decisão a muitos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diferentes tipos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números inteiros 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que a função continua válida.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domínio.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 6, 7])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media([8.5, 6.0, 7.5])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Domínio de aplicação e flexibilidade.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exige discutir para quais dados a regra faz sentido.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por 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funções menores.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maior.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avaliar(notas) = situacao(media(notas), 7)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Recomposição de submodelos.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mostra que generalizações podem ser construídas a partir de outras generalizações.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evitar generalização indevida?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caso vazio.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erro ou resultado inválido.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tratamento.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media(notas) causaria divisão por zero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do modelo e caso de fronteira.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regra geral é válida para todos os casos; generalizar exige explicitar restrições.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documentar uma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intenção da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Indique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exemplo.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md"""media(notas): soma valores e divide pela quantidade."""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Linguagem natural como representação da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torna a generalização comunicável e revisável.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novo 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adaptação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teste = media([10, 0]) == 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transferência e revisão.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é melhor avaliada quando o estudante aplica, limita e adapta a regra.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muda dados, representações e interpretações?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unidades?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valores em Celsius.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fórmula.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escalas.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celsius = [25, 28,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fahrenheit = celsius .* 9/5 .+ 32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entre escalas.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transformação evidencia que o mesmo fenômeno pode ser representado em diferentes sistemas.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valores em categorias?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médias numéricas.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cada uma.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perda e ganho de informação.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6.5,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[m&gt;=7 ? "ok" : "rever"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Mudança de representação quantitativa para qualitativa.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Categorizar simplifica a leitura, mas pode esconder nuances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brutos em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distribuição.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e síntese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Frequência transforma respostas individuais em padrão coletivo.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lista filtrando valores?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critério.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Selecione elementos.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ficou fora.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[4, 6, 8, 9]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altas = [n for n in notas if n &gt;= 7]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Filtragem como interação baseada em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exige explicitar critério e refletir sobre a parte do conjunto selecionada.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por normalização?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Subtraia o mínimo.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pelo intervalo.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[10, 20,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normalizado = (x .- minimum(x)) ./ (maximum(x)-minimum(x))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Transformação para nova escala interpretativa.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mostra que dados podem manter ordem relativa mesmo mudando de escala.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forma de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Converta lista para pares.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para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acessos.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nomes = ["A","B"]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[10,20]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pares = collect(zip(nomes,valores))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dict = Dict(pares)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de uma mesma relação.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relação nome–valor pode ser vista como tabela, pares ou dicionário, cada qual com um uso.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processo em pipeline?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várias operações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sum(dados .^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transformações.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pipeline torna visível que resultados podem surgir de transformações encadeadas.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texto em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Quebre uma frase.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palavras.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frequência.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frase = "dados viram modelo"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palavras = split(frase)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length(palavras)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texto como coleção.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também pode ser modelado como dados, aproximando linguagem e computação.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sem perder sentido?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dado original e transformado.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preservada.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perdida.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original = [1, 2,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transformado = original .&gt;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qualidade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devem ser avaliadas pelo que tornam visível e pelo que ocultam.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transformação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antes/depois e interpretação.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justificativa da escolha.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adequação.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registro = (antes="lista", depois="frequencia", regra="contar")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bem-sucedida depende da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transformação é verificar se a nova forma ajuda a responder melhor à pergunta.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Noções dos limites da Computação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o que o modelo calcula e o que ainda exige interpretação humana?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computador resolve ou apenas calcula?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simulação.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interpretação.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cálculo correto pode representar mal a realidade se os pressupostos forem inadequados.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acontece quando faltam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incompletas.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não se sabe.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Evite inferência automática sem contexto.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amigos_carlos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amigos_ana = 6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há amigos em comum?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insuficientes e interpretação contextual.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Reconhecer insuficiência de dados é parte da competência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precisão numérica limita a interpretação?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resultado.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representação interna.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0.1 + 0.2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(0.1 + 0.2) == 0.3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computacional não é a realidade matemática completa.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números no computador têm representação e limitações próprias.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modelo pode ignorar variáveis importantes?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aprovação por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frequência depois.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decisões.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8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frequencia = 60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aprovado = media &gt;= 7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parcial e risco de conclusão indevida.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algoritmo pode ser coerente internamente e ainda injusto ou incompleto.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pode gerar viés?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critério simplificado.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quem fica de fora.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implicações.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corte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[6.9, 7.0, 7.1]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.&gt;= corte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Limites éticos de classificações automáticas.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Classificações exigem reflexão sobre fronteiras, contexto e consequências.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ambiguidade em linguagem natural?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pergunta ambígua.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duas interpretações.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respostas.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pergunta = "quanto falta?"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falta para 7 ou falta de presença?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Múltiplos sentidos exigem explicitação do contexto.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computação exige formalização, mas a formulação do problema é humana e contextual.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laço pode não terminar?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condição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ausência de mudança.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parada.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while x &gt; 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    x +=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operacional: necessidade de condição de parada.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Algoritmos precisam de critérios claros de término e segurança.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adequação de uma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duas formas de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qual responde melhor.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escolha.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[1,1,2,3,5,8]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sum(dados)/length(dados)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maximo = maximum(dados)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representação deve contar a história adequada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saída adequada depende da pergunta; média, máximo e distribuição contam histórias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discutir limites com a turma?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pressupostos.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variáveis ignoradas.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consequências de uso.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limites = ["dados incompletos", "regra simplificada", "contexto ignorado"]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e crítica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Discutir limites transforma o código em objeto de reflexão pedagógica e ética.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Limites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noções de limites da Computação?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diga o que o código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o que ele não faz.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como melhoraria 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(faz="calcula", nao_faz="julga contexto", melhorar="incluir variaveis")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consciência dos pressupostos.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aprendizagem aparece quando o estudante diferencia cálculo, modelo, realidade e decisão humana.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mobilizadas nos critérios qualitativos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(2012): representações visuais, interação, feedback e consciência metaconceitual.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 et al. (2010): suporte diagramático, múltiplas representações e reorganização da ação.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 GT Julia + Pluto: critérios de representação, manipulação, feedback, investigação e limites.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 (2006): organização de dados, transnumeração, múltiplas representações e níveis SOLO.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15087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Sedig &amp; Sumner (2006): interação com representações visuais, investigação, busca, filtragem e rearranjo.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Goldin &amp; Kaput (1996): representações no aprender e fazer matemática.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Vergnaud (1986; 1998): campos conceituais e relação entre situação, representação e invariantes.</a:t>
            </a:r>
            <a:endParaRPr lang="en-US" sz="1250" dirty="0"/>
          </a:p>
          <a:p>
            <a:r>
              <a:rPr lang="en-US" sz="12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Hatano (1997): modelagem como atividade de compreensão e custo cognitivo da investigação.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Síntese: a avaliação deve observar o percurso — como o estudante organiza dados, escolhe representações, manipula parâmetros, interpreta saídas e reconhece limites.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