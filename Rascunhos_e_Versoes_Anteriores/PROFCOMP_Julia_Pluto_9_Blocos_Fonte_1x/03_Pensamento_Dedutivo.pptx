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21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barras de texto.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visualmente as frequências.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Formule a tendência dominante.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Ajuda visual para o aluno entender melhor uma ideia antes de usar apenas números e sinais matemáticos.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apoio icônico favorece análise em modos concretos e simbólicos.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22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poucos dados.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Múltiplas interpretações exigem monitoramento.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reconhecer limites da ferramenta e do modelo.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23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uma hipótese em texto.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Articulação entre linguagem natural e regra formal.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24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hipótese, teste e revisão.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Níveis de resposta podem indicar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25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dedutivo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aplicar regras gerais a casos particulares e justificar conclusões?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26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3.1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regra geral decide se um número é par?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número.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Aplique a regra do resto da divisão.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por que a conclusão decorre da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 = 14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eh_par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Regra, caso e conclusão.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dedução torna explícita a relação entre uma propriedade geral e um caso específico.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27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3.2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uma regra em função dedutiva?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a regra em função.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vários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justificativa verbal.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ehpar(n)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ehpar.(1:6)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Generalização de regra e aplicação sistemática.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permite aplicar uma regra geral a muitos casos sem confundir teste com prova.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28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3.3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representar implicação lógica em código?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duas proposições.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Modele “se A então B”.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quando a implicação é falsa.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true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 = false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implica = !A || B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relação lógica.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lógica transforma uma frase em estrutura verificável, favorecendo precisão conceitual.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29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3.4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condição classifica casos?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valor.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if/elseif/else.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cada ramo.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if x &gt;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"positivo"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elseif x &lt;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"negativo"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"zero"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end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Classificação por regra e critérios explícitos.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listas, tabelas e gráficos comunicam histórias diferentes dos dados.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classificação evidencia que categorias dependem de condições e limites definidos.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3.5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deduzir pertencimento a um conjunto?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conjunto de valores.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 elemento.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o sentido de pertencer.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Set([2,4,6,8])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Conjunto como representação de critério.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pertencimento conecta teoria de conjuntos a decisão computacional.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2026-06-06T14:17:44Z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