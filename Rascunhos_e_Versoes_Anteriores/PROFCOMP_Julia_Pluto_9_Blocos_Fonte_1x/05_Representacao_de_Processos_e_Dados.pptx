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um algoritmo em etapas?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as etapas como strings.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as células do Pluto.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Reordene se necessário.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etapas = ["ler notas", "somar", "dividir", "classificar"]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Arranjo sequencial de processos.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 de etapas ajuda a perceber ordem, dependência e possibilidade de erro.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laço executa uma repetição controlada?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Some valores manualmente.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Depois use laço.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as duas estratégias.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 = 0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n in notas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soma += n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procedural de acumulação.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laço torna visível o processo repetido que funções prontas escondem.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algoritmo em função?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Receba notas como entrada.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média internamente.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Devolva a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function calcula_media(notas)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sum(notas) / length(notas)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e encapsulamento de processo.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transforma uma sequência de passos em ferramenta reutilizável.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depurar um algoritmo?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 erro proposital.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Localize a etapa incorreta.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Corrija e explique.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[8, 6, 7]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media_errada = sum(notas) / 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 como indicador de relação mal representada.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Depurar é reconstruir a relação entre procedimento e significado.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testar um algoritmo com casos diversos?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Monte casos simples.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extremos.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expectativa.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casos = [[10,10], [0,0], [7,7]]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[calcula_media(c) for c in casos]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Comparação entre soluções e estados.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Testar casos mostra se o algoritmo funciona além do exemplo inicial.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um algoritmo pedagogicamente?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explicação das etapas.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as relações intermediárias.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limites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avaliar = (entrada=true, processo=true, saida=true, justificativa=true)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Avaliar percurso, não apenas resultado.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qualidade do algoritmo aparece na clareza com que o estudante explica dados, etapas e decisões.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Fundamentos da representação de processos e dados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diferentes representações mudam o que conseguimos perceber nos dados e processos?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lista representa dados brutos?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dados em lista.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ordem e repetição.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se a lista conta uma história.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vendas = [3, 5, 2, 5, 4]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Lista como registro inicial de dados.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 registra valores, mas ainda exige organização para comunicar relações.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tabela representa relações?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pares nome–valor.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lista simples.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cada linha.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produtos = ["A", "B", "C"]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qtd = [3, 5, 2]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collect(zip(produtos, qtd))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Tabela como relação compacta entre variáveis.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articula categorias e quantidades, fazendo emergir uma relação entre colunas.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dicionário representa associação?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Mapeie nomes para valores.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Consulte uma chave.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diferença entre lista e dicionário.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estoque = Dict("A"=&gt;3, "B"=&gt;5, "C"=&gt;2)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estoque["B"]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Associação chave–valor como representação relacional.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dicionário torna explícita uma relação de acesso e significado.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