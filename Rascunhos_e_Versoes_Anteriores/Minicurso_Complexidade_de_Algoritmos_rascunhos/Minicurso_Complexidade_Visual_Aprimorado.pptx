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Complexidade de Algoritmos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Minicurso visual com Julia + Pluto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algoritmo correto pode não escalar.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Passos x Segundos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Contamos ações, não tempo de máquina.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de Custo T(n)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Ponto de partida da análise.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Geram constantes aditivas e multiplicativas.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Normalmente alteram constantes, não a ordem.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Laços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Criam crescimento linear, quadrático ou cúbico.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 assintótica da função de custo.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Onde a comparação passa a fazer sentido.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Coeficiente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Inclinação de T(n)=an+b.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Derivada Discreta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T(n)-T(n-1) como custo marginal.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 Local Estável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Ex.: soma de vetor.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 Local Instável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Ex.: Fibonacci recursivo.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Dinâmica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Eliminar recomputação.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Julia + Pluto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Visualização interativa e experimentação.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n, n² e n³</a:t>
            </a:r>
          </a:p>
        </p:txBody>
      </p:sp>
      <p:pic>
        <p:nvPicPr>
          <p:cNvPr id="3" name="Picture 2" descr="grafico_polinom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288126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φⁿ e 2ⁿ</a:t>
            </a:r>
          </a:p>
        </p:txBody>
      </p:sp>
      <p:pic>
        <p:nvPicPr>
          <p:cNvPr id="3" name="Picture 2" descr="grafico_expone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393421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Árvore de Chamadas Fibonacci</a:t>
            </a:r>
          </a:p>
        </p:txBody>
      </p:sp>
      <p:pic>
        <p:nvPicPr>
          <p:cNvPr id="3" name="Picture 2" descr="fib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8802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 Pluto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Contar operações de laços simples, duplos e triplos.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 Pluto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Comparar Fibonacci recursivo, memoizado e iterativo.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 Pluto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Plotar T(n) e T(n)-T(n-1).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em Sala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Estime T(n) antes de calcular Big 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Mensagem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 O é consequência da função de custo.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