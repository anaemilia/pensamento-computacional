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21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2.7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gráfico textual pode apoiar a indução?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94360" y="1783080"/>
            <a:ext cx="5074200" cy="14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7500" lnSpcReduction="19999"/>
          </a:bodyPr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barras de texto.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Compare visualmente as frequências.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Formule a tendência dominante.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valores = [2, 5, 3]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barras = repeat.("█", valores)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500" lnSpcReduction="19999"/>
          </a:bodyPr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43447"/>
              </a:buClr>
              <a:buFont typeface="OpenSymbol"/>
              <a:buAutoNum type="arabicParenR"/>
            </a:pPr>
            <a:r>
              <a:rPr b="0" lang="en-US" sz="2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Apoio icônico no modo concreto-simbólico.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43447"/>
              </a:buClr>
              <a:buFont typeface="OpenSymbol"/>
              <a:buAutoNum type="arabicParenR"/>
            </a:pPr>
            <a:r>
              <a:rPr b="0" lang="en-US" sz="2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Wessels: apoio icônico favorece análise em modos concretos e simbólicos.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43447"/>
              </a:buClr>
              <a:buFont typeface="OpenSymbol"/>
              <a:buAutoNum type="arabicParenR"/>
            </a:pPr>
            <a:r>
              <a:rPr b="0" lang="en-US" sz="2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Queiroz: representações ampliam a percepção de propriedades e relações.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visualização textual amplia a percepção de maior, menor e tendência sem depender de gráfico formal.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22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2.8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distinguir padrão real de coincidência?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poucos dados.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duas regras possíveis.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que ambas explicam os casos.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[2, 4, 6]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regra1(n)=2n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regra2(n)=n^2-n+2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Múltiplas interpretações exigem monitoramento.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reconhecer limites da ferramenta e do modelo.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tarefa mostra que poucos casos podem sustentar várias regras; a indução exige cautela.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23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2.9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registrar uma hipótese para ser testada?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Escreva uma hipótese em texto.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uma função correspondente.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a função em novos casos.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"dobrar e somar 1"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f(n)=2n+1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[f(n) for n in 1:5]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Articulação entre linguagem natural e regra formal.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registro transforma a hipótese em objeto compartilhável e testável pela turma.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24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2.10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pensamento indutivo?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500"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hipótese, teste e revisão.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Analise se o estudante justifica a regra.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Valorize o percurso, não só o acerto.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avaliacao = (hipotese="2n", teste=true, revisao="incluir mais casos")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Níveis de resposta podem indicar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percurso da tarefa revela mudanças no discurso e na 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a indução significa observar como o estudante gera, testa e reformula explicações.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25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594360" y="82296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3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828800" y="768240"/>
            <a:ext cx="9600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dedutivo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1828800" y="169164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685800" y="274320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685800" y="310896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aplicar regras gerais a casos particulares e justificar conclusões?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685800" y="4892040"/>
            <a:ext cx="10972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26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3.1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regra geral decide se um número é par?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número.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Aplique a regra do resto da divisão.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por que a conclusão decorre da regra.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 = 14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eh_par = n % 2 ==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Regra, caso e conclusão.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análise qualitativa observa invariantes e relações mobilizadas na 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dedução torna explícita a relação entre uma propriedade geral e um caso específico.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27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3.2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uma regra em função dedutiva?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Escreva a regra em função.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vários casos.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justificativa verbal.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ehpar(n) = n % 2 ==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ehpar.(1:6)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Generalização de regra e aplicação sistemática.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permite aplicar uma regra geral a muitos casos sem confundir teste com prova.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28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3.3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representar implicação lógica em código?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duas proposições.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Modele “se A então B”.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quando a implicação é falsa.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 = true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 = false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implica = !A || B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Representação de relação lógica.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 contexto e o tipo de dado influenciam a representação escolhida.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lógica transforma uma frase em estrutura verificável, favorecendo precisão conceitual.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29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3.4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condição classifica casos?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valor.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if/elseif/else.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cada ramo.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if x &gt;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"positivo"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elseif x &lt; 0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"negativo"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else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"zero"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end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Classificação por regra e critérios explícitos.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listas, tabelas e gráficos comunicam histórias diferentes dos dados.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explicitar variáveis, relações e restrições.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classificação evidencia que categorias dependem de condições e limites definidos.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5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15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30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3.5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deduzir pertencimento a um conjunto?</a:t>
            </a:r>
            <a:endParaRPr b="0" lang="pt-BR" sz="4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conjunto de valores.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um elemento.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4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o sentido de pertencer.</a:t>
            </a:r>
            <a:endParaRPr b="0" lang="pt-BR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 = Set([2,4,6,8])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in A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94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in A</a:t>
            </a:r>
            <a:endParaRPr b="0" lang="pt-BR" sz="19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Conjunto como representação de critério.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transnumeração torna dados interpretáveis em nova forma.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7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87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pertencimento conecta teoria de conjuntos a decisão computacional.</a:t>
            </a:r>
            <a:endParaRPr b="0" lang="pt-BR" sz="2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3.6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representar dados para sustentar uma dedução?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5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Defina uma coleção de notas.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Mostre a posição de cada valor.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Discuta que a conclusão depende de dados bem representados.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5000" lnSpcReduction="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notas = [8.0, 6.0, 7.5]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indices = eachindex(notas)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[(i, notas[i]) for i in indices]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5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representação explicita domínio, posição e valor.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múltiplas representações ampliam a percepção de aspectos do conceito.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organizar dados é condição crítica para representá-los e interpretá-los.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No pensamento dedutivo, a representação funciona como base das premissas.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Antes de aplicar uma regra, o estudante precisa compreender o que os dados representam e como estão organizados.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3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32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3.7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um problema vira algoritmo dedutivo?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5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Escreva a regra do problema.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Transforme a regra em condição.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Aplique a regra a um caso particular e justifique a conclusão.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media = 7.2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aprovado = media &gt;= 7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conclusao = aprovado ? "aprovado" : "rever"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4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regra geral é convertida em condição computacional.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Relato: a tarefa deve tornar o percurso interpretável, não apenas executável.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o resultado final não esgota a compreensão das relações envolvidas.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dedução aparece na passagem: se regra e caso são verdadeiros, então há conclusão.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algoritmo deixa visível a estrutura lógica do problema: premissa, teste e consequência.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3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33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3.8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a modelagem organiza as premissas da dedução?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5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Escolha um fenômeno simples.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Declare variáveis e pressupostos.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Calcule a consequência dentro do modelo e discuta seus limites.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pop0 = 1000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taxa = 0.05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anos = 3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modelo = pop0 * (1 + taxa)^anos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4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 modelo define quais relações serão consideradas.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modelagem e representação estão ligadas à resolução de problemas.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Hatano: modelar exige compreensão e não apenas aplicação mecânica de algoritmos.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dedução é válida dentro das premissas assumidas pelo modelo.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estudante percebe que uma conclusão computacional depende das hipóteses que estruturam o modelo.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3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34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3.9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generalizar uma regra para vários casos?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4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Transforme uma decisão em função.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Aplique a função a diferentes valores.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Verifique se a regra mantém o mesmo sentido em todos os casos.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situacao(media) = media &gt;= 7 ? "aprovado" : "rever"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medias = [6.0, 7.0, 8.5]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situacao.(medias)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5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função representa uma regra geral reutilizável.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Relato: generalizar exige explicitar relações e testar variações.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níveis mais altos de organização indicam pensamento mais relacional.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dedução ocorre quando a regra geral é aplicada a cada caso particular.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 função ajuda a compreender generalização como regra que organiza muitos casos, sem perder a justificativa lógica.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3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35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3.10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transformar dados preservando relações?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4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Escolha uma lista de valores.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Aplique uma regra de transformação.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Compare entrada e saída por pares correspondentes.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celsius = [25, 28, 30]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fahrenheit = celsius .* 9/5 .+ 32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collect(zip(celsius, fahrenheit))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5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transformação produz nova representação do mesmo fenômeno.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transnumeração é central para o sucesso da representação de dados.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transitar entre formas amplia a percepção de relações conceituais.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Deduz-se a saída pela aplicação da regra a cada valor de entrada.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estudante vê que transformar dados não é apenas calcular: é conservar e tornar explícita uma relação.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3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36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3.11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analisar qualitativamente o percurso dedutivo do estudante?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4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Registre regra, caso, conclusão e justificativa.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Observe se o estudante explica a relação.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Analise revisão, erro e mudança de estratégia.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55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registro = (regra="media&gt;=7", caso=7.5,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        conclusao="aprovado", justificou=true)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criterios = ["representa", "aplica", "justifica", "revisa"]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4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avaliação considera o percurso, não só a resposta.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interessa a mudança no discurso e a consciência metaconceitual.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a análise de níveis permite observar diferentes caminhos de resposta.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Na dedução, a qualidade aparece na explicação da passagem entre regra e conclusão.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Avaliar dedução implica observar se o estudante sabe justificar por que a conclusão decorre da regra aplicada.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3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37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3.12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Qual sequência lógica organiza a aula de pensamento dedutivo?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4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Comece pela representação dos dados.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Transforme o problema em regra.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Modele, generalize, transforme e avalie o percurso.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4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etapas = ["representar", "algoritmizar", "modelar",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      "generalizar", "transformar", "avaliar"]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for e in etapas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println(e)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end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47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sequência desloca o foco da resposta para a relação.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Relato: a ferramenta é meio; a tarefa é o centro.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 Wessels: múltiplas representações e níveis de resposta ampliam a análise.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 pensamento dedutivo é tratado como prática de explicitação, aplicação e validação de regras.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 aula fica organizada como percurso: representar para compreender, deduzir para justificar e avaliar para aprender.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3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1581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2026-06-05T19:46:46Z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