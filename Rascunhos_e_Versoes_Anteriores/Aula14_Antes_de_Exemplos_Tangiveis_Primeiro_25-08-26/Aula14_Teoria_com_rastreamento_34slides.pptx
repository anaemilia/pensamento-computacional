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  <p:sldId id="302" r:id="rId53"/>
    <p:sldId id="270" r:id="rId16"/>
    <p:sldId id="271" r:id="rId17"/>
    <p:sldId id="272" r:id="rId18"/>
    <p:sldId id="273" r:id="rId19"/>
    <p:sldId id="274" r:id="rId20"/>
    <p:sldId id="275" r:id="rId21"/>
    <p:sldId id="301" r:id="rId52"/>
    <p:sldId id="276" r:id="rId22"/>
    <p:sldId id="277" r:id="rId23"/>
    <p:sldId id="279" r:id="rId25"/>
    <p:sldId id="300" r:id="rId51"/>
    <p:sldId id="280" r:id="rId26"/>
    <p:sldId id="281" r:id="rId27"/>
    <p:sldId id="282" r:id="rId28"/>
    <p:sldId id="283" r:id="rId29"/>
    <p:sldId id="299" r:id="rId50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5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5" Type="http://schemas.openxmlformats.org/officeDocument/2006/relationships/slide" Target="slides/slide28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5.xml"/><Relationship Id="rId42" Type="http://schemas.openxmlformats.org/officeDocument/2006/relationships/slide" Target="slides/slide48.xml"/><Relationship Id="rId43" Type="http://schemas.openxmlformats.org/officeDocument/2006/relationships/slide" Target="slides/slide49.xml"/><Relationship Id="rId44" Type="http://schemas.openxmlformats.org/officeDocument/2006/relationships/slide" Target="slides/slide50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4.xml"/><Relationship Id="rId51" Type="http://schemas.openxmlformats.org/officeDocument/2006/relationships/slide" Target="slides/slide29.xml"/><Relationship Id="rId52" Type="http://schemas.openxmlformats.org/officeDocument/2006/relationships/slide" Target="slides/slide23.xml"/><Relationship Id="rId5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Da função de custo ao Big O,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eficiência prática, escalabilidade e classificação assintótica.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Julia + Pluto para testar hipóteses com gráficos e sliders.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Big 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assintótica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O, isso vira O(n),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constante: O(1).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O(n)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O(n²)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O(n³)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ÍNDICES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Multiplicação clássica de matrizes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n² posições em C.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posição, somamos n produtos.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n² · n = n³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exemplo mostra como a estrutura do problema impõe crescimento.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 e o papel de n₀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n₀ admite que o início da curva pode ser irregular.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não nega as constantes. Ele escolhe olhar para a região assintótica.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O(g(n))  quando existem c &gt; 0 e n₀ tais que  f(n) ≤ c·g(n)  para todo n ≥ n₀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são O(n).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COM CÁLCULO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Coeficiente angular e custo marginal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T(n) = an + b, o coeficiente a é a inclinação da reta de custo.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Interpretação: quanto custa adicionar mais um elemento à entrada.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ideia aproxima análise de algoritmos e cálculo discreto.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 discreta:   ΔT(n) = T(n) − T(n−1)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O(φ^n)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CONCEITUAL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 não é sinônimo de explosão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T(n−1)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Logarítmica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3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T(n/2)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6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sobreposição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4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T(n−1) + T(n−2)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O(φ^n)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dos subproblemas determina o crescimento.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O(n)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O(n)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O(1)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Big O não é o ponto de partida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Big O não é o ponto de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ponto de partida é a função de custo T(n) do algoritmo — o Big O resume apenas o seu termo dominante.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O(n²) e O(n log n).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33 / 34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