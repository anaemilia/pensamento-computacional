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399E87-BBE1-4862-891E-CDDB028F2A6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491AB9-78D7-45C0-90A2-B26DC03003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A8C566-3116-4083-A554-EC4C1984F2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44D7E0-D2A1-4A57-9603-D87CCC1D53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BED998-D03F-4334-8378-F599DD5180A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EC7790-2549-4310-9EDA-5BC61879150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5592DC-B45C-4531-94F1-D0817EDDC5B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C2AD56-C823-4B86-AFC0-BDD3BA80BB5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BE17AA-04ED-4A6B-8979-884EFCE32B2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1A7A9B-8713-4E05-A781-928EC562B6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A3755D-DB0C-4D69-B29F-64A7E6A849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8073A4-E2BF-4970-87D9-3D554A32B7C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F5319-E38E-4234-A71D-63351D0E48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CBAA34-8E4C-4464-B3D7-054DB207C4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82427E-319B-4942-B443-B73847EF15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68580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28800" y="749880"/>
            <a:ext cx="9417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Aula por perguntas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828800" y="1481400"/>
            <a:ext cx="9417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Julia + Pluto em Pensamento Computacional —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2880360"/>
            <a:ext cx="10606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90 slides organizados pela ementa: 9 blocos × 10 tarefas. Cada tarefa articula código, representação, modelagem e critérios qualitativos.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77240" y="438912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Fontes de análise: relato do GT, tese de Queiroz, e Wessels sobre organização e representação de dados.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562356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 ferramenta não é o centro. A tarefa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Visão geral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Quais assuntos da ementa orientam a sequência?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1. Introdução à Computação e ao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2. Pensamento indutivo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3. Pensamento dedutivo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4. Problemas e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5. Fundamentos da representação de processos 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6. Técnicas de construção de algoritmos: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7. Técnicas de construção de algoritmos: generalização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8. Técnicas de construção de algoritmos: transformação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9. Noções dos limites da Computação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Cada bloco contém 10 tarefas em Pluto, sempre em formato de pergunta.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Situar a Computação como ciência do processamento de informação.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a origem histórica do Pensamento Computacional (PC).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“programar” de “pensar computacionalmente”.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os quatro pilares do PC: decomposição, padrões, abstração e algoritmos.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o PC à BNCC e à formação de professores no PROFCOMP.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Preparar-se para as 10 tarefas práticas em Julia/Pluto do Bloco 1.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1 de 15 • 2 horas • Introdução à Computação e ao Pensamento Computacional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Contexto histórico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De Papert a Wing: uma ideia com mais de 40 anos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1980 — Seymour Papert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Em “Mindstorms”, Papert propõe que programar pode ser um modo de “pensar sobre o pensar”.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criança não aprende só a programar: aprende a testar e depurar as próprias ideias no computador.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2006 — Jeannette Wing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Wing recoloca o termo no centro do debate educacional no artigo “Computational Thinking” (CACM).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Defende que formular e resolver problemas com conceitos da Ciência da Computação é uma habilidade para todos.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Papert, S. (1980). Mindstorms. • Wing, J. M. (2006). Computational thinking. Communications of the ACM, 49(3).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Definição de referência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Uma definição de referência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— Jeannette Wing (2006), tradução livre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“agente” pode ser uma pessoa, um computador, ou os dois.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ênfase está em formular o problema — não apenas em codificar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solução precisa ser expressa de forma efetiva, passível de execução e de verificação.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Wing, J. M. (2006). Computational thinking. Communications of the ACM, 49(3), 33–35.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Pilares do PC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Os quatro pilares do Pensamento Computacional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 ·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Dividir um problema complexo em partes menores e mais fáceis de resolver.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 · Reconhecimento de padrões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semelhanças e regularidades entre problemas ou dentro de um mesmo problema.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3 · Abstração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Filtrar o que é essencial, ignorando detalhes irrelevantes para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4 ·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Projetar uma sequência de passos lógicos e replicáveis até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Fonte: BNCC Computação — eixo Pensamento Computacional; Wing (2006).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PC x programar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Computacional não é apenas programar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Programar (codificar)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Traduzir uma solução já pensada para uma linguagem de programação.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Foco na sintaxe e na execução correta do código.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Pensar computacionalmente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o problema, modelar dados e processos, avaliar soluções.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código é o meio de tornar o raciocínio testável — “a ferramenta não é o centro, a tarefa é o centro”.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Controvérsia recorrente na literatura: PC é “mais do que programar” (ver Aula01_Sintese, slide 1.2).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e PROFCOMP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isso importa para quem forma professores?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BNCC Computação — três eixos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Mundo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Cultura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No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Mestrado profissional que forma professores para ensinar Computação na Educação Básica.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Entender os fundamentos do PC é pré-requisito para desenhar boas tarefas — como as que faremos com Julia e 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Computação (2022) • PROFCOMP — Mestrado Profissional em Computação em Rede Nacional.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94360" y="82296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828800" y="768240"/>
            <a:ext cx="9600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Introdução à Computação e ao Pensamento Computacional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828800" y="169164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685800" y="27432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685800" y="310896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“computar” em uma prática de representar, testar e explicar problemas?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685800" y="489204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computar quando usamos Julia no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Execute uma expressão simples.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entrada, processamento e saída.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o que o computador fez e o que ele não entendeu.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+ 3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*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2^5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Representação como mediação entre cálculo e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Deslocar foco da ferramenta para a tarefa.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primeira tarefa separa cálculo de compreensão: o computador executa operações, mas a turma interpreta o sentido da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variável transforma um número em conceito?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Nomeie valores com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Altere o nome ou o valor.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como o nome orienta a leitura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 = 35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anos = 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idade_futura = idade + anos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Variável como representação de grandeza.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Explicitar variáveis, relações e restrições.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contexto e o tipo de dado influenciam a representação escolhida.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variável deixa de ser apenas armazenamento e passa a indicar uma relação conceitual entre valor, papel e contexto.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lista torna visível uma coleção de casos?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lista de valores.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quantidade e ordem.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Pergunte o que muda se a ordem mudar.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length(dados)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dados[1]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Coleção, ordem e índice como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lista aproxima teoria de conjuntos e estrutura computacional: valores aparecem como coleção e como sequência indexada.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Pluto ajuda a ver dependências?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Separe as células em dados, regra e saída.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Mude um valor inicial.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atualização das células dependentes.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 = 100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taxa = 0.1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final = valor * (1 + taxa)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Manipulação de parâmetros e feedback imediato.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Permitir manipulação de parâmetros e comparação de estados.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interação consciente com a forma favorece reflexão conceitual.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reatividade torna explícita a dependência entre variáveis, permitindo comparar estados do mesmo modelo.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texto e código podem coexistir na mesma explicação?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célula Markdown.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valores calculados no texto.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a turma explique a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media = 7.5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md"""A média foi **$media**."""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representações: linguagem natural e cálculo.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texto integrado ao código aproxima cálculo, comunicação e justificativa conceitual.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5925240" y="1750320"/>
            <a:ext cx="5622840" cy="22096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= dados .^ 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1 ^ 2 → 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^ 2 →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3 ^ 2 → 9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^ 2 → 16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16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3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4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5"/>
          <p:cNvSpPr/>
          <p:nvPr/>
        </p:nvSpPr>
        <p:spPr>
          <a:xfrm>
            <a:off x="5897160" y="1886040"/>
            <a:ext cx="5622840" cy="189396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collect(zip(dados, quadrados))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     →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 →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zip        → associa: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(1, 1)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(2, 4)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(3, 9)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(4, 16)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    → [(1, 1), (2, 4), (3, 9), (4, 16)]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6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7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8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9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função sintetiza uma ideia computacional?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Transforme uma conta repetida em função.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diferentes entradas.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os resultados.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dobro(x) = 2x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dobro(10)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Generalização inicial e relação entrada–saída.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análise qualitativa observa invariantes e relações mobilizadas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introduz a ideia de regra reutilizável e permite discutir domínio, imagem e transformação.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computador representa decisões?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condição simples.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dois casos.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regra antes de executar.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nota = 6.5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situacao = nota &gt;= 7 ? "aprovado" : "rever"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de regra e classificação.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Feedback visual/textual deve orientar interpretação, não apenas corrigir.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decisão computacional mostra que regras precisam ser formuladas, testadas e interpretadas.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erro pode virar dado de aprendizagem?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Altere uma variável inexistente.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mensagem de erro.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que relação estava faltando.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10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y = x + z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Feedback como informação para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Feedback visual/textual deve orientar interpretação, não apenas corrigir.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Incluir revisão, depuração e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erro revela dependências ausentes e ajuda a discutir a estrutura necessária para o modelo funcionar.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a primeira experiência com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um registro curto.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Liste o que ficou visível.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Classifique uma dificuldade como dado, regra ou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reflexao = "Expliquei a relação entre dados e saída"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length(reflexao)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Reflexão metaconceitual sobre o percurso.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percurso da tarefa revela mudanças no discurso e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avaliação inicial observa como o estudante descreve e reorganiza a tarefa, não apenas se o código exec</a:t>
            </a: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utou.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2026-08-21T16:26:03Z</dcterms:modified>
  <cp:revision>16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