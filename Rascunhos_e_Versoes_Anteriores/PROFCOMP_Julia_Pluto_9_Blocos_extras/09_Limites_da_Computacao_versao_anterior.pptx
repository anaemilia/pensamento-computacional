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unidades?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valores em Celsius.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fórmula.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escalas.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celsius = [25, 28,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fahrenheit = celsius .* 9/5 .+ 32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entre escalas.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transformação evidencia que o mesmo fenômeno pode ser representado em diferentes sistemas.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valores em categorias?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médias numéricas.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cada uma.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perda e ganho de informação.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6.5,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[m&gt;=7 ? "ok" : "rever"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Mudança de representação quantitativa para qualitativa.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Categorizar simplifica a leitura, mas pode esconder nuances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brutos em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distribuição.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e síntese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Frequência transforma respostas individuais em padrão coletivo.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lista filtrando valores?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critério.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Selecione elementos.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ficou fora.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[4, 6, 8, 9]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altas = [n for n in notas if n &gt;= 7]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Filtragem como interação baseada em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exige explicitar critério e refletir sobre a parte do conjunto selecionada.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por normalização?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Subtraia o mínimo.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pelo intervalo.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[10, 20,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normalizado = (x .- minimum(x)) ./ (maximum(x)-minimum(x))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Transformação para nova escala interpretativa.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mostra que dados podem manter ordem relativa mesmo mudando de escala.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forma de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Converta lista para pares.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para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acessos.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nomes = ["A","B"]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[10,20]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pares = collect(zip(nomes,valores))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dict = Dict(pares)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de uma mesma relação.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relação nome–valor pode ser vista como tabela, pares ou dicionário, cada qual com um uso.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processo em pipeline?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várias operações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sum(dados .^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transformações.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torna visível que resultados podem surgir de transformações encadeadas.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texto em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Quebre uma frase.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palavras.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frequência.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frase = "dados viram modelo"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palavras = split(frase)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length(palavras)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texto como coleção.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também pode ser modelado como dados, aproximando linguagem e computação.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sem perder sentido?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dado original e transformado.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preservada.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perdida.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original = [1, 2,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transformado = original .&gt;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qualidade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devem ser avaliadas pelo que tornam visível e pelo que ocultam.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transformação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antes/depois e interpretação.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justificativa da escolha.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adequação.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registro = (antes="lista", depois="frequencia", regra="contar")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bem-sucedida depende da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transformação é verificar se a nova forma ajuda a responder melhor à pergunta.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