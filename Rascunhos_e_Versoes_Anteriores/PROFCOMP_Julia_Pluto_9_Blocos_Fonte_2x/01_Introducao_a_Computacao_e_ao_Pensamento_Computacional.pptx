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685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8288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por perguntas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14813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Julia + Pluto em Pensamento Computacional — PROFCOMP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 slides organizados pela ementa: 9 blocos × 10 tarefas. Cada tarefa articula código, representação, modelagem e critérios qualitativos.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389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de análise: relato do GT, tese de Queiroz, e Wessels sobre organização e representação de dados.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ferramenta não é o centro. 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assuntos da ementa orientam a sequência?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Introdução à Computação e ao Pensamento Computacional</a:t>
            </a:r>
            <a:endParaRPr lang="en-US" sz="1600" dirty="0"/>
          </a:p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Pensamento indutivo</a:t>
            </a:r>
            <a:endParaRPr lang="en-US" sz="1600" dirty="0"/>
          </a:p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Pensamento dedutivo</a:t>
            </a:r>
            <a:endParaRPr lang="en-US" sz="1600" dirty="0"/>
          </a:p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4. Problemas e algoritmos</a:t>
            </a:r>
            <a:endParaRPr lang="en-US" sz="1600" dirty="0"/>
          </a:p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5. Fundamentos da representação de processos e dados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6. Técnicas de construção de algoritmos: decomposição</a:t>
            </a:r>
            <a:endParaRPr lang="en-US" sz="1600" dirty="0"/>
          </a:p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7. Técnicas de construção de algoritmos: generalização</a:t>
            </a:r>
            <a:endParaRPr lang="en-US" sz="1600" dirty="0"/>
          </a:p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8. Técnicas de construção de algoritmos: transformação</a:t>
            </a:r>
            <a:endParaRPr lang="en-US" sz="1600" dirty="0"/>
          </a:p>
          <a:p>
            <a:pPr indent="0" marL="0">
              <a:buNone/>
            </a:pPr>
            <a:r>
              <a:rPr lang="en-US" sz="3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9. Noções dos limites da Computação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bloco contém 10 tarefas em Pluto, sempre em formato de pergunta.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Introdução à Computação e ao Pensamento Computacional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“computar” em uma prática de representar, testar e explicar problemas?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computar quando usamos Julia no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expressão simples.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entrada, processamento e saída.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o computador fez e o que ele não entendeu.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+ 3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* 4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2^5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como mediação entre cálculo e significado.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primeira tarefa separa cálculo de compreensão: o computador executa operações, mas a turma interpreta o sentido da 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variável transforma um número em conceito?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valores com significado.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o nome ou o valor.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como o nome orienta a leitura do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35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5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idade_futura = idade + 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Variável como representação de grandeza.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variável deixa de ser apenas armazenamento e passa a indicar uma relação conceitual entre valor, papel e contexto.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torna visível uma coleção de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lista de valores.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quantidade e ordem.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muda se a ordem mudar.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length(dados)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dados[1]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Coleção, ordem e índice como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aproxima teoria de conjuntos e estrutura computacional: valores aparecem como coleção e como sequência indexada.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Pluto ajuda a ver dependências?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as células em dados, regra e saída.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Mude um valor inicial.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atualização das células dependentes.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 = 100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0.1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final = valor * (1 + taxa)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Manipulação de parâmetros e feedback imediato.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reatividade torna explícita a dependência entre variáveis, permitindo comparar estados do mesmo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texto e código podem coexistir na mesma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célula Markdown.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valores calculados no texto.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7.5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md"""A média foi **$media**."""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representações: linguagem natural e cálculo.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texto integrado ao código aproxima cálculo, comunicação e justificativa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muda quando a saída vira tabela?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quadrados.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entrada e saída.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correspondência em pares.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quadrados = dados .^ 2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collect(zip(dados, quadrados))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Transnumeração: lista para pares interpretáveis.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de pares faz aparecer a relação funcional que ficaria escondida em uma lista de resultados.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função sintetiza uma ideia computacional?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uma conta repetida em função.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diferentes entradas.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os resultados.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 = 2x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dobro(4)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dobro(10)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inicial e relação entrada–saída.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introduz a ideia de regra reutilizável e permite discutir domínio, imagem e transformação.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