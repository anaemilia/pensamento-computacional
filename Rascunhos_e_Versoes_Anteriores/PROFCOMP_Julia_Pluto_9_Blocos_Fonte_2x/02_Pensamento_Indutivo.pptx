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computador representa decisões?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condição simples.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dois casos.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regra antes de executar.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6.5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nota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e classificação.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computacional mostra que regras precisam ser formuladas, testadas e interpretadas.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erro pode virar dado de aprendizagem?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uma variável inexistente.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mensagem de erro.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que relação estava faltando.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x + z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como informação para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revela dependências ausentes e ajuda a discutir a estrutura necessária para o modelo funcionar.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primeira experiência com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um registro curto.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o que ficou visível.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uma dificuldade como dado, regra ou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reflexao = "Expliquei a relação entre dados e saída"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length(reflexao)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sobre o percurso.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inicial observa como o estudante descreve e reorganiza a tarefa, não apenas se o código executou.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indutivo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construir hipóteses a partir de padrões observados em dados e saídas?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padrão parece surgir nesta sequência?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os termos.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a próxima saída.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se a hipótese se sustenta.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[2, 4, 8, 16]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proximo = 32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"multiplicar por 2"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Investigação exploratória e reconhecimento de padrões.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favorecer investigação antes da formalização.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mobiliza a passagem de casos particulares para uma regra provável, ainda sujeita a revisão.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calcular diferenças ajuda a levantar hipóteses?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sequência.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diferenças consecutivas.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regularidade.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[3, 6, 9, 12]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 = diff(seq)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diferença transforma a sequência em outra representação, destacando relações entre termos vizinhos.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uma hipótese indutiva falha?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uma regra em novo caso.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um contraexemplo.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necessidade de revisão.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2, 4, 8, 15]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all(diff(seq) .==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oportunidade de reformulação.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contraexemplo mostra que indução não é certeza: ela depende de padrões observados e de testes.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 compreensão de listas para formular padrões?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Gere dados com uma regra.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dados observados.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Procure coincidências e desvios.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 [1, 4, 9, 16]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gerado = [n^2 for n in 1:4]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== gerado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e comparação entre modelos.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comparação entre observado e gerado torna a hipótese computável e discutível.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turma pode inventar uma representação não padrão?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inventem uma codificação.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Represente pares ou símbolos.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 lista original.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3, 5, 7]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marcas = repeat.("*", 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representações idiossincráticas revelam pensamento.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inventadas podem ajudar a perceber crescimento, quantidade e regularidade.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padrão muda quando mudamos o contexto?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de frequência.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por categorias.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contagem = Dict(r =&gt; count(==(r), respostas) for r in unique(respostas))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e tipo de dado influenciam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indução sobre categorias exige outra organização: contar ocorrências em vez de calcular diferenças.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