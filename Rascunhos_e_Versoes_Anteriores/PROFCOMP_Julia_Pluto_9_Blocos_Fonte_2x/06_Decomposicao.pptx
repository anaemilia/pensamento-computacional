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matriz representa uma grade?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matriz 2×3.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Acesse linha e coluna.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posição como relação.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 = [1 2 3; 4 5 6]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M[2,3]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bidimensional e índice.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matriz evidencia que dados podem ter estrutura espacial, não apenas sequência.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processo por estados?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estado inicial.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mudança.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antes e depois.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estado0 = 10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mudanca = -3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estado1 = estado0 + mudanca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Relação entre estado e transformação.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representação de estados ajuda a compreender processos temporais e mudanças.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frequência?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dados categóricos.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ocorrências.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frequências.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["sim","nao","sim","sim"]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Dict(x=&gt;count(==(x), dados) for x in unique(dados))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de respostas para frequência.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Contar frequências transforma dados dispersos em estrutura interpretável.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proporção?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total e parte.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razão.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percentual.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total = 30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parte = 12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percentual = parte / total * 100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Relação parte–todo e representação percentual.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proporção desloca a atenção do número absoluto para a relação entre conjuntos.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escolher a representação adequada?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os mesmos dados como lista e frequência.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mensagens.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Decida qual comunica melhor.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["A","B","A","C","A"]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lista = dados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Dict(x=&gt;count(==(x), dados) for x in unique(dados))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representação depende da mensagem dos dados.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Escolher representação é uma decisão conceitual e comunicativa.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processo com função composta?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duas etapas.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em sequência.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composição.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dobro(x)=2x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soma1(x)=x+1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resultado = soma1(dobro(5))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Processos compostos e dependência entre etapas.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composição de funções mostra que processos computacionais podem ser encadeados.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representações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duas formas de representar.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o que cada uma mostra.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Relacione com objetivo da tarefa.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formas = ["lista", "tabela", "frequencia"]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representações indicam modelagem mais rica.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representação é observar adequação, clareza e relações que ela permite perceber.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Técnicas de construção de algoritmos: decomposição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dividir um problema em partes que preservam significado?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significa decompor um problema?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Escolha um problema simples.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subproblemas.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Associe uma célula do Pluto a cada parte.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partes = ["entrada", "processamento", "decisao", "saida"]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Interação baseada em tarefas e subproblemas.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Decompor reduz a opacidade do algoritmo e revela relações intermediárias.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cálculo de média em relações?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notas.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soma.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tamanho.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média.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[8.0, 6.0, 7.5]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 = sum(notas)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tamanho = length(notas)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soma/tamanho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Arranjo de etapas como representação do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média aparece como relação entre soma e cardinalidade, não como fórmula isolada.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