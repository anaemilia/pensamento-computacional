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 gráfico textual pode apoiar a indução?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barras de texto.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visualmente as frequências.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Formule a tendência dominante.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valores = [2, 5, 3]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barras = repeat.("█", valores)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Apoio icônico no modo concreto-simbólico.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apoio icônico favorece análise em modos concretos e simbólicos.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visualização textual amplia a percepção de maior, menor e tendência sem depender de gráfico formal.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distinguir padrão real de coincidência?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poucos dados.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Proponha duas regras possíveis.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Mostre que ambas explicam os casos.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dados = [2, 4, 6]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regra1(n)=2n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regra2(n)=n^2-n+2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Múltiplas interpretações exigem monitoramento.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resultado final não esgota a aprendizagem do conceito.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reconhecer limites da ferramenta e do modelo.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tarefa mostra que poucos casos podem sustentar várias regras; a indução exige cautela.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registrar uma hipótese para ser testada?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Escreva uma hipótese em texto.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uma função correspondente.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a função em novos casos.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hipotese = "dobrar e somar 1"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f(n)=2n+1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[f(n) for n in 1:5]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Articulação entre linguagem natural e regra formal.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múltiplas representações indicam modelagem mais bem-sucedida.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registro transforma a hipótese em objeto compartilhável e testável pela turma.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Indução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pensamento indutivo?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hipótese, teste e revisão.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Analise se o estudante justifica a regra.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Valorize o percurso, não só o acerto.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avaliacao = (hipotese="2n", teste=true, revisao="incluir mais casos")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Níveis de resposta podem indicar maior integração.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percurso da tarefa revela mudanças no discurso e na ação.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Avaliar a indução significa observar como o estudante gera, testa e reformula explicações.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822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0" y="76809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Pensamento dedutivo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tarefas em formato de pergunta, com exemplos em Julia/Pluto.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aplicar regras gerais a casos particulares e justificar conclusões?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abre a aula; o código serve para tornar a relação conceitual discutível.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regra geral decide se um número é par?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um número.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Aplique a regra do resto da divisão.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Explique por que a conclusão decorre da regra.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 = 14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eh_par = n % 2 == 0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Regra, caso e conclusão.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análise qualitativa observa invariantes e relações mobilizadas na ação.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dedução torna explícita a relação entre uma propriedade geral e um caso específico.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uma regra em função dedutiva?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Escreva a regra em função.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vários casos.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justificativa verbal.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ehpar(n) = n % 2 == 0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ehpar.(1:6)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Generalização de regra e aplicação sistemática.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múltiplas representações indicam modelagem mais bem-sucedida.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resultado final não esgota a aprendizagem do conceito.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função permite aplicar uma regra geral a muitos casos sem confundir teste com prova.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representar implicação lógica em código?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duas proposições.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Modele “se A então B”.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quando a implicação é falsa.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 = true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 = false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implica = !A || B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Representação de relação lógica.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tabela lógica transforma uma frase em estrutura verificável, favorecendo precisão conceitual.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condição classifica casos?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um valor.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if/elseif/else.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cada ramo.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 = 0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if x &gt; 0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"positivo"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elseif x &lt; 0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"negativo"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else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"zero"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end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Classificação por regra e critérios explícitos.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listas, tabelas e gráficos comunicam histórias diferentes dos dados.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feedback visual/textual deve orientar interpretação, não apenas corrigir.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explicitar variáveis, relações e restrições.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classificação evidencia que categorias dependem de condições e limites definidos.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Dedução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deduzir pertencimento a um conjunto?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um conjunto de valores.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um elemento.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o sentido de pertencer.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 = Set([2,4,6,8])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 in A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 in A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Conjunto como representação de critério.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transnumeração torna dados interpretáveis em nova forma.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pertencimento conecta teoria de conjuntos a decisão computacional.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