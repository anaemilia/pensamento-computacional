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gráfico textual pode apoiar a indução?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barras de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visualmente as frequências.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Formule a tendência dominante.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[2, 5,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barras = repeat.("█", valores)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Apoio icônico no modo concreto-simbólico.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apoio icônico favorece análise em modos concretos e simbólicos.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textual amplia a percepção de maior, menor e tendência sem depender de gráfico formal.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distinguir padrão real de coincidência?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poucos dados.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duas regras possíveis.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que ambas explicam 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[2, 4,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regra1(n)=2n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regra2(n)=n^2-n+2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interpretações exigem monitoramento.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poucos casos podem sustentar várias regras; a indução exige cautela.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registrar uma hipótese para ser testada?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hipótese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correspondente.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a função em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"dobrar e somar 1"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f(n)=2n+1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[f(n) for n in 1:5]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Articulação entre linguagem natural e regra formal.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registro transforma a hipótese em objeto compartilhável e testável pela turma.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indutivo?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hipótese, teste e revisão.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se o estudante justifica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Valorize o percurso, não só o acerto.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(hipotese="2n", teste=true, revisao="incluir mais casos")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resposta podem indicar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a indução significa observar como o estudante gera, testa e reformula explicações.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dedutivo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aplicar regras gerais a casos particulares e justificar conclusões?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geral decide se um número é par?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número.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do resto da divisão.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por que a conclusão decorre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 = 14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eh_par = n % 2 == 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Regra, caso e conclusão.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dedução torna explícita a relação entre uma propriedade geral e um caso específico.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regra em função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regra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vários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justificativa verbal.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ehpar(n) = n % 2 ==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ehpar.(1:6)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de regra e aplicação sistemática.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permite aplicar uma regra geral a muitos casos sem confundir teste com prova.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implicação lógica em código?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proposições.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“se A então B”.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quando a implicação é falsa.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 = false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implica = !A || B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relação lógica.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lógica transforma uma frase em estrutura verificável, favorecendo precisão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condição classifica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if/elseif/else.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ramo.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"positivo"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elseif x &lt;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"negativo"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"zero"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Classificação por regra e critérios explícitos.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evidencia que categorias dependem de condições e limites definidos.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pertencimento a um conjunto?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conjunto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 elemento.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sentido de pertencer.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Set([2,4,6,8])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in 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in 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Conjunto como representação de critério.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pertencimento conecta teoria de conjuntos a decisão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