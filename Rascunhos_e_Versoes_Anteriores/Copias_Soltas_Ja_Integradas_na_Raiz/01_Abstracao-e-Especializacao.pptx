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C7A8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9144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8413" y="11098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COMPUTACIONAL · MÓDULO 1 DE 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331720"/>
            <a:ext cx="10241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 e Especialização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Computação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destacar o essencial e organizar hierarquias de conceitos — os dois pilares que fundamentam tipos e estruturas de dados.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6126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 de Mestrado · Sequência: Abstração, Tipos e Estruturas de Dados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6629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Abstração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6126480" cy="470916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5C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Definição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214884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pPr algn="l"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o processo de destacar apenas os aspectos essenciais de um conceito ou sistema, ocultando detalhes irrelevantes ou desnecessários.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914400" y="3291840"/>
            <a:ext cx="539496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34747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reduz a complexidade?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384048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ocultar o que não é relevante para a tarefa em questão, a abstração diminui a quantidade de informação que precisamos processar de uma vez — tornando sistemas complexos compreensíveis e manejáveis.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14400" y="50292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BF0E2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502920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Ideia-chave: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detalhes visíveis = mais foco no que importa.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49440" y="1417320"/>
            <a:ext cx="4709160" cy="4709160"/>
          </a:xfrm>
          <a:prstGeom prst="roundRect">
            <a:avLst>
              <a:gd name="adj" fmla="val 194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5400000">
              <a:srgbClr val="1B3A5C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778240" y="1828800"/>
            <a:ext cx="1051560" cy="105156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4841" y="2065401"/>
            <a:ext cx="578358" cy="57835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269480" y="310896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do dia a dia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269480" y="34290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Dirigir um carro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360920" y="4023360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usa o volante, o acelerador e o freio sem precisar entender a combustão interna do motor. A interface (volante) abstrai a complexidade mecânica.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7360920" y="539496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 como um motorista, um programador usa funções e objetos sem precisar reimplementar seus detalhes internos a cada uso.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Abstração e Especialização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7543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Especialização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11064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101600" dist="38100" dir="5400000">
              <a:srgbClr val="1B3A5C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914400" y="1371600"/>
            <a:ext cx="10332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</a:t>
            </a:r>
            <a:pPr algn="l" indent="0" marL="0">
              <a:lnSpc>
                <a:spcPct val="132000"/>
              </a:lnSpc>
              <a:buNone/>
            </a:pPr>
            <a:r>
              <a:rPr lang="en-US" sz="15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(ou generalização-especificação) é a criação de classes ou modelos mais específicos a partir de algo genérico, herdando e refinando atributos e comportamentos. Isso permite </a:t>
            </a:r>
            <a:pPr algn="l" indent="0" marL="0">
              <a:lnSpc>
                <a:spcPct val="132000"/>
              </a:lnSpc>
              <a:buNone/>
            </a:pPr>
            <a:r>
              <a:rPr lang="en-US" sz="155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reuso, hierarquia e extensibilidade.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4724248" y="3063240"/>
            <a:ext cx="2743200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25400" dir="5400000">
              <a:srgbClr val="1B3A5C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24248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Veículo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24248" y="38679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 genérico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95848" y="4142232"/>
            <a:ext cx="0" cy="320040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29688" y="4462272"/>
            <a:ext cx="7132320" cy="0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29688" y="4462272"/>
            <a:ext cx="0" cy="292608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95848" y="4462272"/>
            <a:ext cx="0" cy="292608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62008" y="4462272"/>
            <a:ext cx="0" cy="292608"/>
          </a:xfrm>
          <a:prstGeom prst="line">
            <a:avLst/>
          </a:prstGeom>
          <a:noFill/>
          <a:ln w="19050">
            <a:solidFill>
              <a:srgbClr val="B7C4D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98068" y="475488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226668" y="495604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825" y="5069205"/>
            <a:ext cx="276606" cy="27660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866748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Carro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226668" y="5532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Passageiros, 4 rodas, uso urbano.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564228" y="475488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792828" y="495604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985" y="5069205"/>
            <a:ext cx="276606" cy="27660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432908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4792828" y="5532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rodas, ágil, baixo consumo.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8130388" y="4754880"/>
            <a:ext cx="30632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358988" y="4956048"/>
            <a:ext cx="502920" cy="50292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2145" y="5069205"/>
            <a:ext cx="276606" cy="27660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999068" y="4919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Ônibus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8358988" y="55321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capacidade, transporte coletivo.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Abstração e Especialização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Conceitos opostos e complementares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abstração </a:t>
            </a:r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 no conceito geral; a </a:t>
            </a:r>
            <a:pPr algn="l" indent="0" marL="0">
              <a:buNone/>
            </a:pPr>
            <a:r>
              <a:rPr lang="en-US" sz="16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especialização </a:t>
            </a:r>
            <a:pPr algn="l" indent="0" marL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como cada tipo se comporta na prática.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99720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2700" y="214884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6319" y="230245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99720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499720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Inteiro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00888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exato, sem casas decimais.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361792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44772" y="214884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391" y="230245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61792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3361792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flutuante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62960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— usa mais memória para as casas decimais.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23864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06844" y="214884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463" y="2302459"/>
            <a:ext cx="332842" cy="33284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223864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"one"</a:t>
            </a:r>
            <a:endParaRPr lang="en-US" sz="2400" dirty="0"/>
          </a:p>
        </p:txBody>
      </p:sp>
      <p:sp>
        <p:nvSpPr>
          <p:cNvPr id="22" name="Text 16"/>
          <p:cNvSpPr/>
          <p:nvPr/>
        </p:nvSpPr>
        <p:spPr>
          <a:xfrm>
            <a:off x="6223864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(string)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25032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de caracteres, não um número.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085936" y="1874520"/>
            <a:ext cx="2606040" cy="28803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068916" y="2148840"/>
            <a:ext cx="640080" cy="6400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2535" y="230245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085936" y="29718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96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1//1</a:t>
            </a:r>
            <a:endParaRPr lang="en-US" sz="2400" dirty="0"/>
          </a:p>
        </p:txBody>
      </p:sp>
      <p:sp>
        <p:nvSpPr>
          <p:cNvPr id="28" name="Text 21"/>
          <p:cNvSpPr/>
          <p:nvPr/>
        </p:nvSpPr>
        <p:spPr>
          <a:xfrm>
            <a:off x="9085936" y="3474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Racional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287104" y="3840480"/>
            <a:ext cx="22037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como numerador e denominador.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99720" y="5074920"/>
            <a:ext cx="11192256" cy="777240"/>
          </a:xfrm>
          <a:prstGeom prst="roundRect">
            <a:avLst>
              <a:gd name="adj" fmla="val 9412"/>
            </a:avLst>
          </a:prstGeom>
          <a:solidFill>
            <a:srgbClr val="1B3A5C"/>
          </a:solidFill>
          <a:ln/>
        </p:spPr>
      </p:sp>
      <p:sp>
        <p:nvSpPr>
          <p:cNvPr id="31" name="Text 24"/>
          <p:cNvSpPr/>
          <p:nvPr/>
        </p:nvSpPr>
        <p:spPr>
          <a:xfrm>
            <a:off x="865480" y="5074920"/>
            <a:ext cx="10460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ideia, formas diferentes: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quatro representações significam "um", mas usam tipos de dados distintos.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Abstração e Especialização</a:t>
            </a:r>
            <a:endParaRPr lang="en-US" sz="1000" dirty="0"/>
          </a:p>
        </p:txBody>
      </p:sp>
      <p:sp>
        <p:nvSpPr>
          <p:cNvPr id="33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02920" cy="50292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797" y="570357"/>
            <a:ext cx="276606" cy="27660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411480"/>
            <a:ext cx="8458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 na prática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120700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conceito pode se manifestar de formas diferentes — em objetos do cotidiano, em tipos numéricos ou em formatos de arquivo.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21996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2036" y="219456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39" y="2334463"/>
            <a:ext cx="341986" cy="34198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2036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 cotidiano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42036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Cadeira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2036" y="38404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madeira, ferro ou plástico — independentemente do material, todas as instâncias compartilham a mesma ideia: um objeto para sentar.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2036" y="5029200"/>
            <a:ext cx="29718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42036" y="51480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POO: a classe "Cadeira" é a abstração; os materiais são instâncias especializadas.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289908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09948" y="219456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851" y="2334463"/>
            <a:ext cx="341986" cy="34198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09948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numéricos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609948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 1.0, "one", 1/1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4609948" y="38404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Representam o mesmo valor (unidade) usando tipos de dados diferentes: inteiro, ponto flutuante, string e racional.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609948" y="5029200"/>
            <a:ext cx="29718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609948" y="51480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Python ou Julia, esses tipos coexistem e podem ser tratados de forma genérica em funções.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8157820" y="187452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DDE4EA"/>
            </a:solidFill>
            <a:prstDash val="solid"/>
          </a:ln>
          <a:effectLst>
            <a:outerShdw sx="100000" sy="100000" kx="0" ky="0" algn="bl" rotWithShape="0" blurRad="76200" dist="25400" dir="5400000">
              <a:srgbClr val="1B3A5C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477860" y="2194560"/>
            <a:ext cx="621792" cy="621792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7763" y="2334463"/>
            <a:ext cx="341986" cy="34198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47786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2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mídia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8477860" y="32461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MP3, WAV, OGG</a:t>
            </a:r>
            <a:endParaRPr lang="en-US" sz="1900" dirty="0"/>
          </a:p>
        </p:txBody>
      </p:sp>
      <p:sp>
        <p:nvSpPr>
          <p:cNvPr id="27" name="Text 21"/>
          <p:cNvSpPr/>
          <p:nvPr/>
        </p:nvSpPr>
        <p:spPr>
          <a:xfrm>
            <a:off x="8477860" y="3840480"/>
            <a:ext cx="2971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diferentes que representam o mesmo conteúdo abstrato: "música".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8477860" y="5029200"/>
            <a:ext cx="2971800" cy="0"/>
          </a:xfrm>
          <a:prstGeom prst="line">
            <a:avLst/>
          </a:prstGeom>
          <a:noFill/>
          <a:ln w="12700">
            <a:solidFill>
              <a:srgbClr val="E3E9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477860" y="51480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 aplicada a tipos de arquivo ou interfaces de dados em software.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Abstração e Especialização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B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2C7A8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005840"/>
            <a:ext cx="3108960" cy="3108960"/>
          </a:xfrm>
          <a:prstGeom prst="ellipse">
            <a:avLst/>
          </a:prstGeom>
          <a:solidFill>
            <a:srgbClr val="E8963C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1508" y="685800"/>
            <a:ext cx="868680" cy="868680"/>
          </a:xfrm>
          <a:prstGeom prst="ellipse">
            <a:avLst/>
          </a:prstGeom>
          <a:solidFill>
            <a:srgbClr val="2C7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6961" y="881253"/>
            <a:ext cx="477774" cy="47777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783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31520" y="2148840"/>
            <a:ext cx="10728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Abstração + Especialização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1645920" y="3063240"/>
            <a:ext cx="8899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conjunto, tornam os sistemas mais organizados, compreensíveis e modulares — princípios centrais da Programação Orientada a Objetos.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04008" y="4343400"/>
            <a:ext cx="6583680" cy="1051560"/>
          </a:xfrm>
          <a:prstGeom prst="roundRect">
            <a:avLst>
              <a:gd name="adj" fmla="val 8696"/>
            </a:avLst>
          </a:prstGeom>
          <a:solidFill>
            <a:srgbClr val="1B3A5C"/>
          </a:solidFill>
          <a:ln w="12700">
            <a:solidFill>
              <a:srgbClr val="2C7A8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61208" y="45079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89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SEGUIR · MÓDULO 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61208" y="4800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Dados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8336128" y="4526280"/>
            <a:ext cx="685800" cy="685800"/>
          </a:xfrm>
          <a:prstGeom prst="ellipse">
            <a:avLst/>
          </a:prstGeom>
          <a:solidFill>
            <a:srgbClr val="E8963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7578" y="46977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Abstração e Especialização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C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2026-08-20T18:58:11Z</dcterms:created>
  <dcterms:modified xsi:type="dcterms:W3CDTF">2026-08-20T18:58:11Z</dcterms:modified>
</cp:coreProperties>
</file>