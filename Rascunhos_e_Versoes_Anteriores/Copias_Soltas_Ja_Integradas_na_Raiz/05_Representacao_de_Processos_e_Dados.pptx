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função pode repetir chamando a si mesma?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função que chama a si mesma.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caso base que interrompe a chamada.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 versão usando laço.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soma_recursiva(lista) = isempty(lista) ? 0 : first(lista) + soma_recursiva(lista[2:end])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soma_recursiva([8, 6, 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Recursão como repetição via chamada da própria função.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comparar solução recursiva e solução com laço.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Recursão exige compreender caso base e chamada reduzida — mesmo processo tratado por outro caminho computacional além do laço.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executa uma repetição controlada?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valores manualmente.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use laço.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duas estratégias.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n in notas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soma += 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procedural de acumulação.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torna visível o processo repetido que funções prontas escondem.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algoritmo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Receba notas como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 internamente.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Devolva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calcula_media(notas)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sum(notas) /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e encapsulamento de processo.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transforma uma sequência de passos em ferramenta reutilizável.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depurar um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 erro proposital.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Localize a etapa incorreta.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Corrija e explique.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sum(notas) /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indicador de relação mal representada.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 é reconstruir a relação entre procedimento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 algoritmo com casos diversos?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Monte casos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extremos.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casos = [[10,10], [0,0], [7,7]]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[calcula_media(c) for c in casos]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entre soluções 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casos mostra se o algoritmo funciona além do exemplo inicial.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um algoritmo pedagogicamente?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explicação das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as relações intermediárias.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limites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 = (entrada=true, processo=true, saida=true, justificativa=true)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Avaliar percurso, não apenas resultado.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qualidade do algoritmo aparece na clareza com que o estudante explica dados, etapas e decisões.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da representação de processos e dados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diferentes representações mudam o que conseguimos perceber nos dados e processos?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representa dados brutos?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dados em lista.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ordem e repetição.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lista conta uma história.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vendas = [3, 5, 2, 5, 4]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 como registro inicial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registra valores, mas ainda exige organização para comunicar relações.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tabela representa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pares nome–valor.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lista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linha.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produtos = ["A", "B", "C"]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qtd = [3, 5, 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collect(zip(produtos, qtd))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Tabela como relação compacta entre variáveis.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articula categorias e quantidades, fazendo emergir uma relação entre colunas.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dicionário representa associação?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Mapeie nomes para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Consulte uma chave.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diferença entre lista e dicionário.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 = Dict("A"=&gt;3, "B"=&gt;5, "C"=&gt;2)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estoque["B"]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Associação chave–valor como representação relacional.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dicionário torna explícita uma relação de acesso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