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se a aula começasse pelas perguntas?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776"/>
                </a:solidFill>
              </a:rPr>
              <a:t>Julia + Pluto em Pensamento Computacional — PROFCOMP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5146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3040"/>
                </a:solidFill>
              </a:rPr>
              <a:t>Do código final ao percurso: perguntar, manipular, visualizar, interpretar e revisar.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3252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150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perguntar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98548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35708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0572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testar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9856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57016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1164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78324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3188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explicar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246120"/>
            <a:ext cx="3108960" cy="1508760"/>
          </a:xfrm>
          <a:prstGeom prst="arc">
            <a:avLst/>
          </a:prstGeom>
          <a:noFill/>
          <a:ln w="27940">
            <a:solidFill>
              <a:srgbClr val="1D777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3524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ferramenta não é o centro.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COMO ABERTURA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perguntas guiam o treino?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499616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 que o Pluto tornou visível?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441448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A reatividade ajudou a perceber relações?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indutivo?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4325112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dedutivo?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499616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tarefas exigiram decomposição?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636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244144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apareceu generalização?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636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3383280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houve transformação de dados?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636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4325112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foram os limites dos modelos?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4B"/>
                </a:solidFill>
              </a:rPr>
              <a:t>Cada pergunta vira uma pequena tarefa no Pluto e um critério qualitativo de análise do percurso.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Pluto torna visível que ficaria menos evidente em um código tradicional?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Abra três células: dados, regra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 mesmo problema em texto, código e tabela.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indique quais relações ficaram visíveis.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dados = [1, 2, 3, 4]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quadrados = dados .^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[(d, q) for (d,q) in zip(dados, quadrados)]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Representação como mediação conceitual.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Visualização de relações, estruturas e propriedades.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tarefa torna a saída interpretável, não apenas executável.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problemas devem ensinar modelagem da realidade, não apenas aplicar algoritmos prontos.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Gérard; Goldin &amp; Kaput; Elia, Gagatsis &amp; Demetriou.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reatividade ajudou a perceber relações entre variáveis?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em células separadas.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 valor e execute a célula.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quais células dependentes são atualizadas.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valor_inicial = 100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valor_final = valor_inicial * (1 + taxa)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Manipulação de parâmetros e feedback imediato.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Comparação entre estados de um mesmo modelo.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relação entre ação do estudante e resposta do ambiente fica explícita.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modelar exige testar interpretações e monitorar sua plausibilidade.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De-Souza &amp; Sedig; Sedig, Klawe &amp; Westrom; Sedighian &amp; Westrom.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indutivo?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três sequências numéricas.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proponha a regra provável.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termos e discuta quando a hipótese falha.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8, 16]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"multiplicar por 2"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Investigação exploratória e reconhecimento de padrões.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Formulação de hipóteses a partir de casos particulares.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O erro vira informação para revisar a regra.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compreender envolve gerar e testar previsões a partir de interpretações.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Miller; Vosniadou et al.; Greer.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dedutivo?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regra geral.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a vários casos.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por que o resultado decorre da regra.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 = 14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 % 2 ==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Relação entre regra, caso e conclusão.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Articulação entre modelo qualitativo e resultado quantitativo.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explicação importa tanto quanto a resposta.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a regra precisa ser situada; aplicar esquema rapidamente não basta.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Prediger; Selter et al.; Gérard.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tarefas exigiram decomposição?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com entrada, processo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cada parte em células do Pluto.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divisão facilitou a solução e a explicação.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[8.0, 6.0, 7.5]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Interação baseada em tarefas.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Organização do problema em subproblemas.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decomposição explicita decisões de modelagem.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modelagem tem custo cognitivo — tempo e esforço — que precisa fazer sentido.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Valente; Acioly-Régner, Brito &amp; Spinillo.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generalização?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repetidos.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há de comum entre eles.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a repetição em função reutilizável.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Flexibilidade notacional e reconstrução da solução.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Do caso particular à regra reutilizável.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função torna visível uma abstração.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o benefício aumenta quando a turma valoriza a atividade de compreensão.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Kaput, Noss &amp; Hoyles; Sedig, Klawe &amp; Westrom; Goldin.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transformação de dados?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uma lista de dados.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de transformação.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 representação inicial e a representação transformada.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zip(celsius, fahrenheit) |&gt; collect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Representação de dados e transformação de processos.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regra produz nova forma de ver o mesmo fenômeno.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A interpretação decide o sentido da transformação.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a transformação ganha sentido quando ligada a objetos, ferramentas, papéis e feedback.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Wessels; Guimarães, Gitirana &amp; Roazzi; Kaput; Goldin &amp; Kaput.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foram os limites dos modelos criados?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simulação simples.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variáveis consideradas e ignoradas.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o computador calcula e o que ainda exige julgamento humano.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pop_final = pop0 * (1 + taxa)^anos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Limite da ferramenta e do modelo.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Reflexão metaconceitual sobre pressupostos.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O resultado não substitui a interpretação crítica.</a:t>
            </a:r>
          </a:p>
          <a:p>
            <a:pPr>
              <a:spcAft>
                <a:spcPts val="200"/>
              </a:spcAft>
            </a:pPr>
            <a:r>
              <a:rPr sz="1230">
                <a:solidFill>
                  <a:srgbClr val="232323"/>
                </a:solidFill>
                <a:latin typeface="Aptos"/>
              </a:rPr>
              <a:t>• Hatano (1997): reconhecer dados insuficientes e respostas dependentes do contexto faz parte da modelagem.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Hatano; Douglas &amp; Randall; Valente; Vosniadou &amp; Verschaffel.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síntese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DE AVALIAÇÃO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o percurso, não apenas o código?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0"/>
                </a:solidFill>
              </a:rPr>
              <a:t>Pequena rubrica qualitativa para observar a tarefa no Pluto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210312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80360" y="1847088"/>
            <a:ext cx="786384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6112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Critério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35808" y="19842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Evidência na fala ou na ação do estudante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4140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880360" y="2414016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2551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Representa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35808" y="25511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organiza dados, variáveis, texto, tabela ou visualização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2980944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880360" y="2980944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6112" y="3118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Manipula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35808" y="31181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altera parâmetros e compara estados do modelo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54787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880360" y="3547872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96112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Interpreta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35808" y="36850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explica o que mudou e por que mudou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7240" y="4114800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880360" y="4114800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96112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Reformula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35808" y="42519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corrige, testa nova hipótese e registra o percurso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4681728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880360" y="4681728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96112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Critica limites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035808" y="48188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indica pressupostos, simplificações e riscos da solução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557784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>
                <a:latin typeface="Aptos"/>
              </a:rPr>
              <a:t>Parâmetro do relato: a aprendizagem é observada pelo modo como o estudante interage, explica e reorganiza a tarefa — não apenas pelo resultado final.</a:t>
            </a:r>
          </a:p>
          <a:p>
            <a:r>
              <a:rPr sz="1200">
                <a:latin typeface="Aptos"/>
              </a:rPr>
              <a:t>Aspecto Hatano (1997): observar se o estudante constrói sentido para o problema, em vez de apenas responder mecanicamente.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fechamento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PARA DISCUSSÃO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levamos para a próxima tarefa?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pergunta vale ser transformada em notebook?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variável pode ser manipulada pelo estudante?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representação ajuda a explicar o fenômeno?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limite precisa ser assumido no modelo?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0" cy="3246120"/>
          </a:xfrm>
          <a:prstGeom prst="line">
            <a:avLst/>
          </a:prstGeom>
          <a:noFill/>
          <a:ln w="1778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0" y="1828800"/>
            <a:ext cx="3566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500">
                <a:latin typeface="Aptos"/>
              </a:rPr>
              <a:t>Julia aparece como meio para representar, testar, visualizar e discutir problemas.</a:t>
            </a:r>
          </a:p>
          <a:p>
            <a:r>
              <a:rPr sz="1500">
                <a:latin typeface="Aptos"/>
              </a:rPr>
              <a:t>Aspecto Hatano (1997): criar uma cultura de sala que valorize a modelagem e o compartilhamento de ideias.</a:t>
            </a:r>
          </a:p>
        </p:txBody>
      </p:sp>
      <p:sp>
        <p:nvSpPr>
          <p:cNvPr id="13" name="Text 11"/>
          <p:cNvSpPr/>
          <p:nvPr/>
        </p:nvSpPr>
        <p:spPr>
          <a:xfrm>
            <a:off x="7150608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D7776"/>
                </a:solidFill>
              </a:rPr>
              <a:t>O centro da aula é a tarefa investigativa.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446520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problema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16368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53528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8392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modelo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23376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0536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execução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930384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67544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22408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reflexão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REFERÊNCIAS SELECIONADAS DO RELATO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autores sustentam os critérios?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1. Queiroz (2012)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6984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conceitualização, interação e representações visuais em interface educativa.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Sedig &amp; Sumner (2006)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984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interação com representações visuais: organização, investigação, busca e rearranjo.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7724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Sedig, Klawe &amp; Westrom (2001)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6984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e scaffolding no aprendizado mediado por interfaces.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7724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De-Souza &amp; Sedig (2001)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6984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direta de conceitos e estilo de interação em learnware.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1. Goldin &amp; Kaput (1996)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7336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representações no aprender e fazer matemática.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08076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Vergnaud (1986)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7336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campos conceituais, esquemas e estruturas aditivas.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08076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Wood, Bruner &amp; Ross (1976)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tutoria, apoio e resolução de problemas.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08076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Valente et al. (1999)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7336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computador, aprendizagem e sociedade do conhecimento.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7776"/>
                </a:solidFill>
              </a:rPr>
              <a:t>Critérios mobilizados no relato: representação, manipulação, feedback, visualização, investigação, flexibilidade notacional, reflexão metaconceitual e limites da ferramenta.</a:t>
            </a:r>
            <a:endParaRPr lang="en-US" sz="1520" dirty="0"/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D2D"/>
                </a:solidFill>
                <a:latin typeface="Aptos"/>
              </a:defRPr>
            </a:pPr>
            <a:r>
              <a:t>Hatano (1997): modelagem como atividade de compreensão; envolve custo cognitivo, teste de interpretações e cultura de sala que valoriza o sentido do problema.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Fechamento em perguntas — Julia + Pluto</dc:title>
  <dc:subject>Aula orientada por perguntas: Julia e Pluto no PROFCOMP</dc:subject>
  <dc:creator>OpenAI</dc:creator>
  <cp:lastModifiedBy>OpenAI</cp:lastModifiedBy>
  <cp:revision>1</cp:revision>
  <dcterms:created xsi:type="dcterms:W3CDTF">2026-06-04T17:18:45Z</dcterms:created>
  <dcterms:modified xsi:type="dcterms:W3CDTF">2026-06-04T17:18:45Z</dcterms:modified>
</cp:coreProperties>
</file>