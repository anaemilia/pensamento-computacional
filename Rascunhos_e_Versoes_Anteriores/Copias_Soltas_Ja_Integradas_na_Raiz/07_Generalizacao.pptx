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classificação?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Separe o cálculo da decisão.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Nomeie a regra.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fronteiras.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limite = 7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resultado = media &gt;= limite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 = resultado ? "aprovado" : "rever"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Nomeação de critérios e feedback interpretativo.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feedback visual/textual deve orientar interpretação, não apenas corrigir.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decisão fica interpretável quando se separam critério, comparação e categoria.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uma simulação?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estado inicial.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taxa.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tempo.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resultado.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pop0 = 1000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taxa = 0.05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anos = 10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pop = pop0 * (1+taxa)^anos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Modelização com variáveis explícitas.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explicitar variáveis, relações e restrições.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variável passa a representar uma escolha do modelo, abrindo espaço para crítica.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por funções menores?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função para média.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função para situação.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Combine as duas.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media(notas)=sum(notas)/length(notas)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situacao(m)=m&gt;=7 ? "aprovado" : "rever"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situacao(media([8,6,7]))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Generalização por subfunções.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Funções menores deixam papéis mais claros e favorecem reutilização.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um problema de dados?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Separe coletar, organizar e representar.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uma variável para cada etapa.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as saídas.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brutos = ["A","B","A"]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categorias = unique(brutos)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freq = Dict(c=&gt;count(==(c), brutos) for c in categorias)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Organização de dados como parte crítica.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decomposição mostra que representar dados exige seleção, agrupamento e síntese.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um erro?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Isole a linha problemática.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Verifique entradas.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Verifique regra.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Reexecute.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entrada = [8, 6, 7]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divisor = 2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media_errada = sum(entrada)/divisor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Erro como indício de relação incorreta.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incluir revisão, depuração e reconstrução.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respostas idiossincráticas também revelam modos de pensar.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erro deixa de ser falha final e vira pista sobre qual relação foi mal modelada.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uma explicação?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que o estudante explique dados, regra e saída.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Registre cada parte.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Analise lacunas.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explicacao = (dados="notas", regra="media", saida="situacao")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Reflexão metaconceitual por partes.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Explicações decompostas revelam se o estudante entende cada componente do modelo.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tarefas para colaboração?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Atribua papéis: dados, regra, teste.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Combine resultados.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dependências.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grupo = Dict("dados"=&gt;"Ana", "regra"=&gt;"Joao", "teste"=&gt;"Lia")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Cultura de sala e compartilhamento de ideias.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orientar adaptação para diferentes contextos educacionais.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interação consciente com a forma favorece reflexão conceitual.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atividades planejadas desenvolvem representação e pensamento de ordem superior.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decomposição também organiza o trabalho colaborativo e explicita responsabilidades.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decomposição?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Verifique se há subproblemas com sentido.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dependências.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recomposição do resultado.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rubrica = ["partes", "dependencias", "recomposicao"]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Níveis de integração entre partes.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boa decomposição não fragmenta aleatoriamente; ela preserva as relações do problema.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Técnicas de construção de algoritmos: generalização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sair de um caso particular para uma regra reutilizável?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reconhecer repetição que pede generalização?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três cálculos parecidos.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Identifique a parte comum.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Transforme em função.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m1 = (8+6+7)/3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m2 = (5+9+10)/3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 caso particular à regra.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Generalizar é perceber uma estrutura comum em diferentes casos.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