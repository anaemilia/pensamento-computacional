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950" y="1017270"/>
            <a:ext cx="388620" cy="3886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61320" y="1600200"/>
            <a:ext cx="777240" cy="7772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5630" y="1794510"/>
            <a:ext cx="388620" cy="3886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692640" y="237744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2571750"/>
            <a:ext cx="388620" cy="3886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DE 5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22960" y="19202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</a:t>
            </a:r>
            <a:endParaRPr lang="en-US" sz="4800" dirty="0"/>
          </a:p>
        </p:txBody>
      </p:sp>
      <p:sp>
        <p:nvSpPr>
          <p:cNvPr id="10" name="Text 5"/>
          <p:cNvSpPr/>
          <p:nvPr/>
        </p:nvSpPr>
        <p:spPr>
          <a:xfrm>
            <a:off x="822960" y="3154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B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computador classifica aquilo que manipula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822960" y="37947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explorar abstração e especialização, este módulo mostra como todo dado carrega um tipo — a base para organizar informação em programas e algoritmos.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5806440"/>
            <a:ext cx="384048" cy="384048"/>
          </a:xfrm>
          <a:prstGeom prst="ellipse">
            <a:avLst/>
          </a:prstGeom>
          <a:solidFill>
            <a:srgbClr val="12233B"/>
          </a:solidFill>
          <a:ln w="19050">
            <a:solidFill>
              <a:srgbClr val="4C607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1207008" y="5998464"/>
            <a:ext cx="182880" cy="0"/>
          </a:xfrm>
          <a:prstGeom prst="line">
            <a:avLst/>
          </a:prstGeom>
          <a:noFill/>
          <a:ln w="12700">
            <a:solidFill>
              <a:srgbClr val="3A4C6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389888" y="5806440"/>
            <a:ext cx="384048" cy="384048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89888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773936" y="5998464"/>
            <a:ext cx="182880" cy="0"/>
          </a:xfrm>
          <a:prstGeom prst="line">
            <a:avLst/>
          </a:prstGeom>
          <a:noFill/>
          <a:ln w="12700">
            <a:solidFill>
              <a:srgbClr val="3A4C6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956816" y="5806440"/>
            <a:ext cx="384048" cy="384048"/>
          </a:xfrm>
          <a:prstGeom prst="ellipse">
            <a:avLst/>
          </a:prstGeom>
          <a:solidFill>
            <a:srgbClr val="12233B"/>
          </a:solidFill>
          <a:ln w="19050">
            <a:solidFill>
              <a:srgbClr val="4C607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956816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2340864" y="5998464"/>
            <a:ext cx="182880" cy="0"/>
          </a:xfrm>
          <a:prstGeom prst="line">
            <a:avLst/>
          </a:prstGeom>
          <a:noFill/>
          <a:ln w="12700">
            <a:solidFill>
              <a:srgbClr val="3A4C6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523744" y="5806440"/>
            <a:ext cx="384048" cy="384048"/>
          </a:xfrm>
          <a:prstGeom prst="ellipse">
            <a:avLst/>
          </a:prstGeom>
          <a:solidFill>
            <a:srgbClr val="12233B"/>
          </a:solidFill>
          <a:ln w="19050">
            <a:solidFill>
              <a:srgbClr val="4C607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523744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2907792" y="5998464"/>
            <a:ext cx="182880" cy="0"/>
          </a:xfrm>
          <a:prstGeom prst="line">
            <a:avLst/>
          </a:prstGeom>
          <a:noFill/>
          <a:ln w="12700">
            <a:solidFill>
              <a:srgbClr val="3A4C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090672" y="5806440"/>
            <a:ext cx="384048" cy="384048"/>
          </a:xfrm>
          <a:prstGeom prst="ellipse">
            <a:avLst/>
          </a:prstGeom>
          <a:solidFill>
            <a:srgbClr val="12233B"/>
          </a:solidFill>
          <a:ln w="19050">
            <a:solidFill>
              <a:srgbClr val="4C60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090672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2296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48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Sequência: Abstração e Especialização → Tipos de Dados → Definindo Novos Tipos → ...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dado tem um tipo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no mundo real classificamos as coisas — números, palavras, objetos —, o computador também precisa saber que tipo de informação está manipulando.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é o que diz ao computador como interpretar e como usar aquele dado.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70916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E9EDF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70916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Ideia-chave: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símbolo pode significar coisas diferentes — o tipo resolve essa ambiguidade.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623560" cy="4343400"/>
          </a:xfrm>
          <a:prstGeom prst="roundRect">
            <a:avLst>
              <a:gd name="adj" fmla="val 2526"/>
            </a:avLst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18745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"25"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080760" y="26060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leituras possíveis para o mesmo dado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32004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E9F2F3"/>
          </a:solidFill>
          <a:ln/>
        </p:spPr>
      </p:sp>
      <p:sp>
        <p:nvSpPr>
          <p:cNvPr id="12" name="Shape 9"/>
          <p:cNvSpPr/>
          <p:nvPr/>
        </p:nvSpPr>
        <p:spPr>
          <a:xfrm>
            <a:off x="7328916" y="3456432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475" y="3583991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08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4526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calcular: 20 + 5 = 25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quantidade, valor...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189720" y="32004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E9F2F3"/>
          </a:solidFill>
          <a:ln/>
        </p:spPr>
      </p:sp>
      <p:sp>
        <p:nvSpPr>
          <p:cNvPr id="18" name="Shape 14"/>
          <p:cNvSpPr/>
          <p:nvPr/>
        </p:nvSpPr>
        <p:spPr>
          <a:xfrm>
            <a:off x="10163556" y="3456432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115" y="3583991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8972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326880" y="4526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rótulo: "casa 25"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32688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endereço, nome, código...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Tipos de Dados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tipo tem um comportamento próprio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diferentes ocupam espaços diferentes na memória e permitem operações diferentes. O tipo define o que pode — e o que não pode — ser feito com um dado.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E9F2F3"/>
          </a:solidFill>
          <a:ln/>
          <a:effectLst>
            <a:outerShdw sx="100000" sy="100000" kx="0" ky="0" algn="bl" rotWithShape="0" blurRad="101600" dist="38100" dir="5400000">
              <a:srgbClr val="1B3A5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28209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697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57200" y="35204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+ 3 = 5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914400" y="46177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válida — números podem ser somados diretamente.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23317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BEEE0"/>
          </a:solidFill>
          <a:ln/>
          <a:effectLst>
            <a:outerShdw sx="100000" sy="100000" kx="0" ky="0" algn="bl" rotWithShape="0" blurRad="101600" dist="38100" dir="5400000">
              <a:srgbClr val="1B3A5C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20840" y="269748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282092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2697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355080" y="35204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"dois" + "três" = ?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812280" y="46177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inválida — textos não podem ser somados dessa forma.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Tipos de Dados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ajudam a organizar o pensamento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programar — ou planejar um algoritmo —, pensar em tipos é como organizar as gavetas de uma casa: cada coisa tem seu lugar.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os tipos causa confusão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assim como no computador.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42316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286664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Gaveta de Frutas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822960" y="35661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97" y="3907917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566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Maçã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47548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5840" y="49834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97" y="5096637"/>
            <a:ext cx="276606" cy="2766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4754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355080" y="242316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20840" y="274320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4" y="2866644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64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Gaveta de Roupas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6720840" y="35661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6903720" y="379476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6877" y="3907917"/>
            <a:ext cx="276606" cy="27660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589520" y="3566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6720840" y="47548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6903720" y="49834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877" y="5096637"/>
            <a:ext cx="276606" cy="27660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89520" y="4754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Calça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em tipos ajuda a estruturar o raciocínio lógico e evitar erros no código.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Tipos de Dados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 MÓDULO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Dados, em três ideias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110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dado tem um tipo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diz ao computador como interpretar e usar a informação — número ou texto, por exemplo.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099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tipo tem um comportamento próprio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34472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diferentes ocupam espaços diferentes na memória e definem o que pode, ou não, ser feito com o dado.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43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288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ajudam a organizar o pensamento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46360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gavetas bem organizadas, os tipos estruturam o raciocínio lógico e evitam erros no código.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6235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B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623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51760" y="5623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Novos Tipos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561320" y="5747004"/>
            <a:ext cx="530352" cy="53035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908" y="5879592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Tipos de Dados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2026-08-20T18:59:01Z</dcterms:created>
  <dcterms:modified xsi:type="dcterms:W3CDTF">2026-08-20T18:59:01Z</dcterms:modified>
</cp:coreProperties>
</file>