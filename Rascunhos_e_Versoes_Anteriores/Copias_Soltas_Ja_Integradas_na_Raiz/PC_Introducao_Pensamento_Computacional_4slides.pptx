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e ao Pensamento Computacional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Computação como ciência do processamento de informação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estuda como representar, transformar e transmitir informação de forma sistemática.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“design de processos” inclui: especificação, decomposição, implementação, teste e manutenção.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importam: diferentes representações (dados/estruturas) induzem diferentes soluções (processos/algoritmos).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propriedades: correção, eficiência, escalabilidade, segurança e confiabilidade.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1 • Visão conceitual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e ao Pensamento Computacional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PC: definições, controvérsias e fronteiras conceituais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convergem em: formular problemas, abstrair, identificar padrões e projetar algoritmos.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Controvérsia: PC é “mais do que programar” — envolve modelagem, explicação e critérios de qualidade.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Fronteiras: interseção com lógica/matemática, pensamento científico e design (decisões e trade-offs).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comum: virar checklist; no nível de pesquisa, exige operacionalização e evidências de aprendizagem.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1 • Conceitos e debates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e ao Pensamento Computacional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PC como prática: resolução, modelagem e artefatos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prática: entender o problema → modelar (dados/processos) → propor solução → testar → refinar.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centrais: decomposição, generalização, transformação (refinamento e refatoração).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computacionais: código, simulações, modelos, protótipos, visualizações e documentação executável.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Avaliação: critérios explícitos (correção, clareza, robustez) + evidências (testes, casos, análise).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1 • Da teoria ao fazer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e ao Pensamento Computacional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Perspectivas educacionais e epistemológicas do PC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como objeto educacional: como se desenvolve, como se observa e como se avalia.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Epistemologia: o que conta como “solução”, “evidência” e “explicação” em tarefas computacionais.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desenho de intervenções, instrumentos (rubricas, logs, entrevistas) e validade dos resultados.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Implicações: equidade de acesso, letramento digital, ética e impactos sociais do que se ensina/avalia.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1 • Ensino e pesquisa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Mestrado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 — Introdução (4 slides)</dc:title>
  <dc:subject>Introdução à Computação e ao Pensamento Computacional</dc:subject>
  <dc:creator>ChatGPT</dc:creator>
  <cp:lastModifiedBy>ChatGPT</cp:lastModifiedBy>
  <cp:revision>1</cp:revision>
  <dcterms:created xsi:type="dcterms:W3CDTF">2026-02-27T14:49:05Z</dcterms:created>
  <dcterms:modified xsi:type="dcterms:W3CDTF">2026-02-27T14:49:05Z</dcterms:modified>
</cp:coreProperties>
</file>