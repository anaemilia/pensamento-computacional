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6858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1828800" y="749808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Aula por perguntas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828800" y="1481328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Julia + Pluto em Pensamento Computacional — PROFCOMP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8803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90 slides organizados pela ementa: 9 blocos × 10 tarefas. Cada tarefa articula código, representação, modelagem e critérios qualitativos.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43891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Fontes de análise: relato do GT, tese de Queiroz, e Wessels sobre organização e representação de dados.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56235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ferramenta não é o centro. A tarefa é o centro.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Visão geral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Quais assuntos da ementa orientam a sequência?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1. Introdução à Computação e ao Pensamento Computacional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2. Pensamento indutivo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3. Pensamento dedutivo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4. Problemas e algoritmos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5. Fundamentos da representação de processos e dados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6. Técnicas de construção de algoritmos: decomposição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7. Técnicas de construção de algoritmos: generalização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8. Técnicas de construção de algoritmos: transformação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9. Noções dos limites da Computação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bloco contém 10 tarefas em Pluto, sempre em formato de pergunta.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• Introdução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229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828800" y="768096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Introdução à Computação e ao Pensamento Computacional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16916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tarefas em formato de pergunta, com exemplos em Julia/Pluto.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Pergunta-guia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1089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transformar “computar” em uma prática de representar, testar e explicar problemas?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85800" y="48920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 bloco, as tarefas usam Julia e Pluto para transformar conceitos da ementa em ações observáveis: organizar, representar, manipular, interpretar e revisar.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pergunta abre a aula; o código serve para tornar a relação conceitual discutível.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• Introdução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é computar quando usamos Julia no Pluto?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Execute uma expressão simples.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 entrada, processamento e saída.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Explique o que o computador fez e o que ele não entendeu.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 + 3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5 * 4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2^5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Representação como mediação entre cálculo e significado.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deslocar foco da ferramenta para a tarefa.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organizar dados é componente crítico da representação.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resultado final não esgota a aprendizagem do conceito.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primeira tarefa separa cálculo de compreensão: o computador executa operações, mas a turma interpreta o sentido da ação.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• Introdução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uma variável transforma um número em conceito?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Nomeie valores com significado.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Altere o nome ou o valor.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como o nome orienta a leitura do modelo.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idade = 35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anos = 5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idade_futura = idade + anos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Variável como representação de grandeza.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explicitar variáveis, relações e restrições.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 contexto e o tipo de dado influenciam a representação escolhida.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variável deixa de ser apenas armazenamento e passa a indicar uma relação conceitual entre valor, papel e contexto.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• Introdução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uma lista torna visível uma coleção de casos?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uma lista de valores.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 quantidade e ordem.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Pergunte o que muda se a ordem mudar.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dados = [1, 2, 3, 4]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length(dados)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dados[1]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Coleção, ordem e índice como representação.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organizar dados é componente crítico da representação.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múltiplas expressões exibem aspectos distintos do mesmo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lista aproxima teoria de conjuntos e estrutura computacional: valores aparecem como coleção e como sequência indexada.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• Introdução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o Pluto ajuda a ver dependências?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Separe as células em dados, regra e saída.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Mude um valor inicial.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 a atualização das células dependentes.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valor = 100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taxa = 0.1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final = valor * (1 + taxa)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Manipulação de parâmetros e feedback imediato.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permitir manipulação de parâmetros e comparação de estados.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interação consciente com a forma favorece reflexão conceitual.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múltiplas representações indicam modelagem mais bem-sucedida.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reatividade torna explícita a dependência entre variáveis, permitindo comparar estados do mesmo modelo.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• Introdução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texto e código podem coexistir na mesma explicação?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uma célula Markdown.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Mostre valores calculados no texto.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que a turma explique a saída.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 = 7.5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md"""A média foi **$media**."""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Múltiplas representações: linguagem natural e cálculo.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múltiplas representações indicam modelagem mais bem-sucedida.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múltiplas expressões exibem aspectos distintos do mesmo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texto integrado ao código aproxima cálculo, comunicação e justificativa conceitual.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• Introdução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muda quando a saída vira tabela?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Calcule quadrados.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Agrupe entrada e saída.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Interprete a correspondência em pares.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dados = [1, 2, 3, 4]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quadrados = dados .^ 2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collect(zip(dados, quadrados))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Transnumeração: lista para pares interpretáveis.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transnumeração torna dados interpretáveis em nova forma.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solicitar explicação do raciocínio desenvolvido.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tabela de pares faz aparecer a relação funcional que ficaria escondida em uma lista de resultados.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• Introdução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1.7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uma função sintetiza uma ideia computacional?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Transforme uma conta repetida em função.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Teste diferentes entradas.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os resultados.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dobro(x) = 2x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dobro(4)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dobro(10)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Generalização inicial e relação entrada–saída.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análise qualitativa observa invariantes e relações mobilizadas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avaliar o percurso de pensamento, não apenas o código final.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função introduz a ideia de regra reutilizável e permite discutir domínio, imagem e transformação.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