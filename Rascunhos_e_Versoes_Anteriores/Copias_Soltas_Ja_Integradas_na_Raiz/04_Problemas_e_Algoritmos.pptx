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combinar regras com “e” e “ou”?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duas condições.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Combine-as.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casos de fronteira.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18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tem_doc = true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pode_entrar = idade &gt;= 18 &amp;&amp; tem_doc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relações lógicas.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condições mostra que algoritmos podem depender de várias relações simultâneas.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uma saída a partir de uma tabela de regras?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regras de aprovação.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casos variados.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consistência.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6.2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media &gt;= 5 ? "recuperacao" : "reprovado"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escala numérica para categoria.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transforma um dado quantitativo em categoria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uma regra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entradas conhecidas.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saídas esperadas.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resultado e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[4, 5,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esperado = [true, false, true]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ehpar.(entradas) == esperado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para validar regra formalizada.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tornam visível se a regra foi corretamente representada.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explicar por que uma regra é insuficiente?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uma regra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Apresente caso que escapa.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Reformule a condição.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falta = 30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aprovado = nota &gt;= 7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 da representação e necessidade de contexto.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parcial mostra que dedução correta pode ser inadequada se o modelo ignorar variáveis.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dedutivo?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aplicação e justificativa.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se há casos de fronteira.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revisão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 = (regra="n%2==0", caso=14, justificativa="resto zero")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Resposta relacional: regra e justificativa conectadas.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da dedução deve verificar a conexão entre regra geral, caso e explicação.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e algoritmos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situação-problema em algoritmo interpretável?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 é o problema antes do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pergunta em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dados de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que será calculado.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problema = "calcular media de notas"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[8.0, 6.0, 7.5]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Formulação do problema antes do código.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deslocar foco da ferramenta para a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algoritmo, há uma situação que precisa ser interpretada e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entrada, processo e saída?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dados, cálculo e resultado.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cada papel.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Modifique uma entrada.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 como organização de dados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entrada–processo–saída torna visível o caminho de transformação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algoritmo de média?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soma por tamanho.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 / 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Decomposição torna relações intermediárias visíveis.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Dividir a média em partes evita que a fórmula fique opaca.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acrescentar uma decisão ao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 média calculada.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regra de situação.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notas diferentes.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 de ação e interpretação da saída.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mostra que algoritmos produzem sentidos, não apenas números.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