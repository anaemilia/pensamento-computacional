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cálculo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Retorne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Função como representação de relação geral.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estabiliza uma regra e permite aplicá-la a novos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parâmetros?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Substitua número fixo por parâmetro.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limites diferentes.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classificações.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situacao(media, limite) = media &gt;= limite ? "ok"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situacao(6.5, 7)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Parâmetro como forma de flexibilizar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mostram que um algoritmo pode ser adaptado a contextos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abstrair um processo em computação?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Esconda os passos internos atrás de um nome de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função sem repetir os detalhes do cálculo.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fica visível e o que fica oculto.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calcula_media(notas) =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calcula_media([8, 6, 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Abstração como ocultar detalhes irrelevantes ao objetivo.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Abstrair é decidir o que importa mostrar e o que pode ficar escondido — condição para generalizar depois.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lista de médias.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todas.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6.0,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 = [situacao(m, 7)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aplicada a conjunto.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compreensão de lista permite aplicar uma decisão a muitos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diferentes tipos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números inteiros 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que a função continua válida.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domínio.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 6, 7])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media([8.5, 6.0, 7.5])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Domínio de aplicação e flexibilidade.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exige discutir para quais dados a regra faz sentido.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por 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funções menores.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maior.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avaliar(notas) = situacao(media(notas), 7)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Recomposição de submodelos.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mostra que generalizações podem ser construídas a partir de outras generalizações.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evitar generalização indevida?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caso vazio.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erro ou resultado inválido.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tratamento.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media(notas) causaria divisão por zero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do modelo e caso de fronteira.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regra geral é válida para todos os casos; generalizar exige explicitar restrições.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documentar uma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intenção da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Indique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exemplo.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md"""media(notas): soma valores e divide pela quantidade."""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como representação da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torna a generalização comunicável e revisável.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novo 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adaptação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teste = media([10, 0]) ==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transferência e revisão.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é melhor avaliada quando o estudante aplica, limita e adapta a regra.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muda dados, representações e interpretações?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