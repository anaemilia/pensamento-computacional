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1695" cy="6858000"/>
  <p:notesSz cx="6858000" cy="1219169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theme" Target="theme/theme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Noções dos limites da Computação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reconhecer o que o modelo calcula e o que ainda exige interpretação humana?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computador resolve ou apenas calcula?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Execute uma simulação.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pressupostos.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interpretação.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pop0 = 1000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taxa = 0.05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anos = 10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pop = pop0 * (1+taxa)^anos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Limite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cálculo correto pode representar mal a realidade se os pressupostos forem inadequados.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acontece quando faltam dados?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variáveis incompletas.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Explique o que não se sabe.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Evite inferência automática sem contexto.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amigos_carlos = 5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amigos_ana = 6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há amigos em comum?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Dados insuficientes e interpretação contextual.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Reconhecer insuficiência de dados é parte da competência computacional.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 precisão numérica limita a interpretação?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Some decimais.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resultado.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representação interna.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0.1 + 0.2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(0.1 + 0.2) == 0.3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computacional não é a realidade matemática completa.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tarefa mostra que números no computador têm representação e limitações próprias.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 modelo pode ignorar variáveis importantes?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aprovação por média.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Inclua frequência depois.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decisões.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8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frequencia = 60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aprovado = media &gt;= 7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Modelo parcial e risco de conclusão indevida.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algoritmo pode ser coerente internamente e ainda injusto ou incompleto.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regra pode gerar viés?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critério simplificado.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quem fica de fora.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implicações.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corte = 7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[6.9, 7.0, 7.1]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.&gt;= corte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Limites éticos de classificações automáticas.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Classificações exigem reflexão sobre fronteiras, contexto e consequências.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reconhecer ambiguidade em linguagem natural?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Escreva uma pergunta ambígua.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Modele duas interpretações.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respostas.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pergunta = "quanto falta?"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falta para 7 ou falta de presença?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Múltiplos sentidos exigem explicitação do contexto.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computação exige formalização, mas a formulação do problema é humana e contextual.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 laço pode não terminar?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condição problemática.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Identifique a ausência de mudança.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parada.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= 1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while x &gt; 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    x += 1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end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Limite operacional: necessidade de condição de parada.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Algoritmos precisam de critérios claros de término e segurança.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a adequação de uma representação?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duas formas de saída.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Pergunte qual responde melhor.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Explique escolha.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[1,1,2,3,5,8]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sum(dados)/length(dados)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maximo = maximum(dados)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representação deve contar a história adequada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saída adequada depende da pergunta; média, máximo e distribuição contam histórias diferentes.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discutir limites com a turma?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pressupostos.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variáveis ignoradas.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consequências de uso.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limites = ["dados incompletos", "regra simplificada", "contexto ignorado"]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Reflexão metaconceitual e crítica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Discutir limites transforma o código em objeto de reflexão pedagógica e ética.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noções de limites da Computação?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o estudante diga o que o código faz.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o que ele não faz.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como melhoraria o modelo.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avaliacao = (faz="calcula", nao_faz="julga contexto", melhorar="incluir variaveis")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Avaliação por consciência dos pressupostos.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aprendizagem aparece quando o estudante diferencia cálculo, modelo, realidade e decisão humana.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Referências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Referências mobilizadas nos critérios qualitativos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530352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 (2012): representações visuais, interação, feedback e consciência metaconceitual.</a:t>
            </a:r>
            <a:endParaRPr lang="en-US" sz="1250" dirty="0"/>
          </a:p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 et al. (2010): suporte diagramático, múltiplas representações e reorganização da ação.</a:t>
            </a:r>
            <a:endParaRPr lang="en-US" sz="1250" dirty="0"/>
          </a:p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 GT Julia + Pluto: critérios de representação, manipulação, feedback, investigação e limites.</a:t>
            </a:r>
            <a:endParaRPr lang="en-US" sz="1250" dirty="0"/>
          </a:p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 (2006): organização de dados, transnumeração, múltiplas representações e níveis SOLO.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72200" y="1508760"/>
            <a:ext cx="530352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Sedig &amp; Sumner (2006): interação com representações visuais, investigação, busca, filtragem e rearranjo.</a:t>
            </a:r>
            <a:endParaRPr lang="en-US" sz="1250" dirty="0"/>
          </a:p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Goldin &amp; Kaput (1996): representações no aprender e fazer matemática.</a:t>
            </a:r>
            <a:endParaRPr lang="en-US" sz="1250" dirty="0"/>
          </a:p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Vergnaud (1986; 1998): campos conceituais e relação entre situação, representação e invariantes.</a:t>
            </a:r>
            <a:endParaRPr lang="en-US" sz="1250" dirty="0"/>
          </a:p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Hatano (1997): modelagem como atividade de compreensão e custo cognitivo da investigação.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521208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Síntese: a avaliação deve observar o percurso — como o estudante organiza dados, escolhe representações, manipula parâmetros, interpreta saídas e reconhece limites.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102</Slides>
  <Notes>102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</vt:vector>
  </TitlesOfParts>
  <Company>PROFCOMP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por perguntas — Julia + Pluto</dc:title>
  <dc:subject>Julia e Pluto para Pensamento Computacional — PROFCOMP</dc:subject>
  <dc:creator>OpenAI</dc:creator>
  <cp:lastModifiedBy>OpenAI</cp:lastModifiedBy>
  <cp:revision>1</cp:revision>
  <dcterms:created xsi:type="dcterms:W3CDTF">2026-06-04T19:39:33Z</dcterms:created>
  <dcterms:modified xsi:type="dcterms:W3CDTF">2026-06-04T19:39:33Z</dcterms:modified>
</cp:coreProperties>
</file>