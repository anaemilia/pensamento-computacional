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8" r:id="rId109"/>
    <p:sldId id="359" r:id="rId110"/>
    <p:sldId id="360" r:id="rId111"/>
    <p:sldId id="361" r:id="rId112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o que o modelo calcula e o que ainda exige interpretação humana?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computador resolve ou apenas calcula?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simulação.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interpretação.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cálculo correto pode representar mal a realidade se os pressupostos forem inadequados.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acontece quando faltam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incompletas.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não se sabe.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Evite inferência automática sem contexto.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amigos_carlos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amigos_ana = 6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há amigos em comum?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insuficientes e interpretação contextual.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insuficiência de dados é parte da competência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precisão numérica limita a interpretação?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representação interna.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0.1 + 0.2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(0.1 + 0.2) == 0.3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computacional não é a realidade matemática completa.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números no computador têm representação e limitações próprias.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modelo pode ignorar variáveis importantes?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aprovação por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frequência depois.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decisões.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frequencia = 60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media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parcial e risco de conclusão indevida.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pode ser coerente internamente e ainda injusto ou incompleto.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pode gerar viés?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critério simplificado.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quem fica de fora.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implicações.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[6.9, 7.0, 7.1]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.&gt;= corte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éticos de classificações automáticas.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Classificações exigem reflexão sobre fronteiras, contexto e consequências.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ambiguidade em linguagem natural?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pergunta ambígua.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duas interpretações.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respostas.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pergunta = "quanto falta?"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falta para 7 ou falta de presença?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Múltiplos sentidos exigem explicitação do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computação exige formalização, mas a formulação do problema é humana e contextual.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pode não terminar?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condição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ausência de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parada.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while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    x +=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operacional: necessidade de condição de parada.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Algoritmos precisam de critérios claros de término e segurança.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adequação de uma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duas formas de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qual responde melhor.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escolha.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[1,1,2,3,5,8]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sum(dados)/length(dados)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maximo = maximum(dados)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deve contar a história adequada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saída adequada depende da pergunta; média, máximo e distribuição contam histórias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discutir limites com a turma?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variáveis ignoradas.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consequências de uso.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limites = ["dados incompletos", "regra simplificada", "contexto ignorado"]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e crítica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Discutir limites transforma o código em objeto de reflexão pedagógica e ética.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noções de limites da Computação?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diga o que o código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o que ele não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como melhoraria 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(faz="calcula", nao_faz="julga contexto", melhorar="incluir variaveis")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consciência dos pressupostos.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aprendizagem aparece quando o estudante diferencia cálculo, modelo, realidade e decisão humana.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mobilizadas nos critérios qualitativos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(2012): representações visuais, interação, feedback e consciência metaconceitual.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et al. (2010): suporte diagramático, múltiplas representações e reorganização da ação.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 GT Julia + Pluto: critérios de representação, manipulação, feedback, investigação e limites.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 (2006): organização de dados, transnumeração, múltiplas representações e níveis SOLO.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Sedig &amp; Sumner (2006): interação com representações visuais, investigação, busca, filtragem e rearranjo.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Goldin &amp; Kaput (1996): representações no aprender e fazer matemática.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Vergnaud (1986; 1998): campos conceituais e relação entre situação, representação e invariantes.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Hatano (1997): modelagem como atividade de compreensão e custo cognitivo da investigação.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que nem todo problema tem solução algorítmica.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a diferença entre “o computador calcula” e “o computador resolve”.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Discutir como a falta de dados ou a precisão numérica limitam um modelo.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viés e ambiguidade como limites da representação.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Introduzir a ideia de indecidibilidade (problema da parada).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9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9 de 15 • 2 horas • Noções dos Limites da Computação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Existem problemas que nenhum algoritmo resolve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Alan Turing (1936)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Provou que não existe um algoritmo geral capaz de decidir, para qualquer programa e entrada, se ele vai parar.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Esse resultado é conhecido como “problema da parada” — indecidível.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isso significa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Computar não é sinônimo de resolver: um computador pode calcular sem “entender” o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Todo modelo computacional carrega pressupostos e ignora algo do mundo real.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Turing, A. M. (1936). On computable numbers... Proceedings of the London Mathematical Society.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 no dia a dia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que aparecem antes da indecidibilidade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 e dados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Erros de arredondamento se acumulam em cálculos numéricos.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 modelo com dados incompletos gera conclusões incompletas.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Viés e ambiguidade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Uma regra simplificada pode deixar grupos inteiros de fora (viés).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é ambígua; o código exige que se escolha uma interpretação.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Fechando o ciclo dos 9 blocos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Aulas 1-8: formular, representar, decompor, generalizar e transformar problemas.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Aulas 10-14: abstração, tipos, estruturas de dados e complexidade de algoritmos.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9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