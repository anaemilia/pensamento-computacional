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109"/>
    <p:sldId id="270" r:id="rId110"/>
    <p:sldId id="271" r:id="rId111"/>
    <p:sldId id="272" r:id="rId112"/>
    <p:sldId id="273" r:id="rId113"/>
    <p:sldId id="274" r:id="rId114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4.xml"/>
  <Relationship Id="rId110" Type="http://schemas.openxmlformats.org/officeDocument/2006/relationships/slide" Target="slides/slide15.xml"/>
  <Relationship Id="rId111" Type="http://schemas.openxmlformats.org/officeDocument/2006/relationships/slide" Target="slides/slide16.xml"/>
  <Relationship Id="rId112" Type="http://schemas.openxmlformats.org/officeDocument/2006/relationships/slide" Target="slides/slide17.xml"/>
  <Relationship Id="rId113" Type="http://schemas.openxmlformats.org/officeDocument/2006/relationships/slide" Target="slides/slide18.xml"/>
  <Relationship Id="rId114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8288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por perguntas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14813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 + Pluto em Pensamento Computacional — PROFCOMP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 slides organizados pela ementa: 9 blocos × 10 tarefas. Cada tarefa articula código, representação, modelagem e critérios qualitativos.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de análise: relato do GT, tese de Queiroz, e Wessels sobre organização e representação de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ferramenta não é o centro. 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assuntos da ementa orientam a sequência?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Introdução à Computação e ao Pensamento Computacional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Pensamento indutivo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Pensamento dedutivo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Problemas e algoritmos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5. Fundamentos da representação de processos e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6. Técnicas de construção de algoritmos: decomposição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7. Técnicas de construção de algoritmos: generalização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8. Técnicas de construção de algoritmos: transformação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9. Noções dos limites da Computação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bloco contém 10 tarefas em Pluto, sempre em formato de pergunta.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Introdução à Computação e ao Pensamento Computacional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“computar” em uma prática de representar, testar e explicar problemas?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computar quando usamos Julia no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expressão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entrada, processamento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o computador fez e o que ele não entendeu.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+ 3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* 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2^5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como mediação entre cálculo e significado.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primeira tarefa separa cálculo de compreensão: o computador executa operações, mas a turma interpreta o sentido da 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variável transforma um número em conceito?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valores com significado.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o nome ou o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como o nome orienta a leitura do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35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idade_futura = idade + 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Variável como representação de grandeza.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variável deixa de ser apenas armazenamento e passa a indicar uma relação conceitual entre valor, papel e contexto.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torna visível uma coleção de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lista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quantidade e ordem.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muda se a ordem mudar.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dados[1]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Coleção, ordem e índice como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aproxima teoria de conjuntos e estrutura computacional: valores aparecem como coleção e como sequência indexada.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Pluto ajuda a ver dependências?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as células em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Mude um valor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atualização das células dependentes.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 = 100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final = valor * (1 + taxa)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Manipulação de parâmetros e feedback imediato.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reatividade torna explícita a dependência entre variáveis, permitindo comparar estados do mesmo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texto e código podem coexistir na mesma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célula Markdown.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valores calculados no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7.5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md"""A média foi **$media**."""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representações: linguagem natural e cálculo.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texto integrado ao código aproxima cálculo, comunicação e justificativa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muda quando a saída vira tabela?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quadrados.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correspondência em pares.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quadrados = dados .^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collect(zip(dados, quadrados))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Transnumeração: lista para pares interpretáveis.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de pares faz aparecer a relação funcional que ficaria escondida em uma lista de resultados.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função sintetiza uma ideia computacional?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uma conta repetida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diferentes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os resultados.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 = 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dobro(4)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dobro(10)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inicial e relação entrada–saída.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introduz a ideia de regra reutilizável e permite discutir domínio, imagem e transformação.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computador representa decisões?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condição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dois casos.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a regra antes de executar.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= 6.5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nota &gt;= 7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e classificação.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computacional mostra que regras precisam ser formuladas, testadas e interpretadas.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 erro pode virar dado de aprendizagem?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uma variável inexistente.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mensagem de erro.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que relação estava faltando.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x + z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como informação para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revela dependências ausentes e ajuda a discutir a estrutura necessária para o modelo funcionar.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a primeira experiência com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um registro curto.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o que ficou visível.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uma dificuldade como dado, regra ou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reflexao = "Expliquei a relação entre dados e saída"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length(reflexao)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sobre o percurso.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inicial observa como o estudante descreve e reorganiza a tarefa, não apenas se o código executou.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Situar a Computação como ciência do processamento de informação.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a origem histórica do Pensamento Computacional (PC).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Diferenciar “programar” de “pensar computacionalmente”.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Identificar os quatro pilares do PC: decomposição, padrões, abstração e algoritmos.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Relacionar o PC à BNCC e à formação de professores no PROFCOMP.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Preparar-se para as 10 tarefas práticas em Julia/Pluto do Bloco 1.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1 de 15 • 2 horas • Introdução à Computação e ao Pensamento Computacional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histórico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Papert a Wing: uma ideia com mais de 40 anos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1980 — Seymour Papert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 “Mindstorms”, Papert propõe que programar pode ser um modo de “pensar sobre o pensar”.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criança não aprende só a programar: aprende a testar e depurar as próprias ideias no computador.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2006 — Jeannette Wing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Wing recoloca o termo no centro do debate educacional no artigo “Computational Thinking” (CACM).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Defende que formular e resolver problemas com conceitos da Ciência da Computação é uma habilidade para todos.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Papert, S. (1980). Mindstorms. • Wing, J. M. (2006). Computational thinking. Communications of the ACM, 49(3).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 de referência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definição de referência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Jeannette Wing (2006), tradução livre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“agente” pode ser uma pessoa, um computador, ou os dois.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ênfase está em formular o problema — não apenas em codificar a solução.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solução precisa ser expressa de forma efetiva, passível de execução e de verificação.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Wing, J. M. (2006). Computational thinking. Communications of the ACM, 49(3), 33–35.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Pilares do PC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quatro pilares do Pensamento Computacional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Decomposição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Dividir um problema complexo em partes menores e mais fáceis de resolver.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Reconhecimento de padrões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Identificar semelhanças e regularidades entre problemas ou dentro de um mesmo problema.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Abstração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Filtrar o que é essencial, ignorando detalhes irrelevantes para a solução.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Algoritmos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Projetar uma sequência de passos lógicos e replicáveis até a solução.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BNCC Computação — eixo Pensamento Computacional; Wing (2006).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 x programar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Pensamento Computacional não é apenas programar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Programar (codificar)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Traduzir uma solução já pensada para uma linguagem de programação.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Foco na sintaxe e na execução correta do código.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 computacionalmente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Formular o problema, modelar dados e processos, avaliar soluções.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código é o meio de tornar o raciocínio testável — “a ferramenta não é o centro, a tarefa é o centro”.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Controvérsia recorrente na literatura: PC é “mais do que programar” (ver Aula01_Sintese, slide 1.2).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BNCC e PROFCOMP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isso importa para quem forma professores?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BNCC Computação — três eixos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Pensamento Computacional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Mundo Digital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Cultura Digital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PROFCOMP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Mestrado profissional que forma professores para ensinar Computação na Educação Básica.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Entender os fundamentos do PC é pré-requisito para desenhar boas tarefas — como as que faremos com Julia e 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BNCC Computação (2022) • PROFCOMP — Mestrado Profissional em Computação em Rede Nacional.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