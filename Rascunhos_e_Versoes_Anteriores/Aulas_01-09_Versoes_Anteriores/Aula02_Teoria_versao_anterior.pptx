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0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109"/>
    <p:sldId id="281" r:id="rId110"/>
    <p:sldId id="282" r:id="rId111"/>
    <p:sldId id="283" r:id="rId112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10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  <Relationship Id="rId109" Type="http://schemas.openxmlformats.org/officeDocument/2006/relationships/slide" Target="slides/slide103.xml"/>
  <Relationship Id="rId110" Type="http://schemas.openxmlformats.org/officeDocument/2006/relationships/slide" Target="slides/slide104.xml"/>
  <Relationship Id="rId111" Type="http://schemas.openxmlformats.org/officeDocument/2006/relationships/slide" Target="slides/slide105.xml"/>
  <Relationship Id="rId112" Type="http://schemas.openxmlformats.org/officeDocument/2006/relationships/slide" Target="slides/slide10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Pensamento indutivo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construir hipóteses a partir de padrões observados em dados e saídas?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padrão parece surgir nesta sequência?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os termos.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Proponha a próxima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se a hipótese se sustenta.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[2, 4, 8, 16]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proximo = 32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hipotese = "multiplicar por 2"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Investigação exploratória e reconhecimento de padrões.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favorecer investigação antes da formalização.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sequência mobiliza a passagem de casos particulares para uma regra provável, ainda sujeita a revisão.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calcular diferenças ajuda a levantar hipóteses?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sequência.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diferenças consecutivas.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regularidade.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[3, 6, 9, 12]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 = diff(seq)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sequencial de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diferença transforma a sequência em outra representação, destacando relações entre termos vizinhos.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Quando uma hipótese indutiva falha?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uma regra em novo caso.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um contraexemplo.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a necessidade de revisão.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[1, 2, 4, 8, 15]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all(diff(seq) .== 2)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oportunidade de reformulação.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contraexemplo mostra que indução não é certeza: ela depende de padrões observados e de testes.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usar compreensão de listas para formular padrões?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Gere dados com uma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dados observados.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Procure coincidências e desvios.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observado = [1, 4, 9, 16]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gerado = [n^2 for n in 1:4]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observado == gerado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e comparação entre modelos.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comparação entre observado e gerado torna a hipótese computável e discutível.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turma pode inventar uma representação não padrão?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inventem uma codificação.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Represente pares ou símbolos.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a lista original.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[1, 3, 5, 7]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marcas = repeat.("*", seq)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representações idiossincráticas revelam pensamento.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inventadas podem ajudar a perceber crescimento, quantidade e regularidade.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padrão muda quando mudamos o contexto?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dados de frequência.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Agrupe por categorias.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tendências.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respostas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contagem = Dict(r =&gt; count(==(r), respostas) for r in unique(respostas))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Contexto e tipo de dado influenciam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indução sobre categorias exige outra organização: contar ocorrências em vez de calcular diferenças.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gráfico textual pode apoiar a indução?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barras de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visualmente as frequências.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Formule a tendência dominante.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valores = [2, 5, 3]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barras = repeat.("█", valores)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Apoio icônico no modo concreto-simbólico.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apoio icônico favorece análise em modos concretos e simbólicos.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visualização textual amplia a percepção de maior, menor e tendência sem depender de gráfico formal.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distinguir padrão real de coincidência?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poucos dados.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Proponha duas regras possíveis.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que ambas explicam 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[2, 4, 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regra1(n)=2n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regra2(n)=n^2-n+2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interpretações exigem monitoramento.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mostra que poucos casos podem sustentar várias regras; a indução exige cautela.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registrar uma hipótese para ser testada?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hipótese em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função correspondente.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a função em novos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hipotese = "dobrar e somar 1"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f(n)=2n+1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[f(n) for n in 1:5]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Articulação entre linguagem natural e regra formal.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registro transforma a hipótese em objeto compartilhável e testável pela turma.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pensamento indutivo?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hipótese, teste e revisão.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se o estudante justifica a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Valorize o percurso, não só o acerto.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avaliacao = (hipotese="2n", teste=true, revisao="incluir mais casos")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Níveis de resposta podem indicar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a indução significa observar como o estudante gera, testa e reformula explicações.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esperamos desta aula?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Reconhecer o raciocínio indutivo como generalização a partir de casos.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Diferenciar indução de dedução (retomando a Aula 1).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Formular hipóteses a partir de padrões observados em dados.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Testar hipóteses indutivas com novos casos e contraexemplos.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Relacionar indução à construção de modelos computacionais.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Praticar as 10 tarefas do Bloco 2 em Julia/Pluto.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2 de 15 • 2 horas • Pensamento Indutivo</a:t>
            </a:r>
            <a:endParaRPr lang="en-US" sz="8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 central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raciocínio indutivo?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Parte de observações e casos específicos para propor uma regra geral.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conclusão é provável, não certa — pode ser revista com novos dados.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Observar 2, 4, 6, 8 e propor “a sequência soma 2 a cada termo”.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Testar com um novo termo: a hipótese se confirma ou é refutada?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Indução: do caso particular à regra geral — base do método científico.</a:t>
            </a:r>
            <a:endParaRPr lang="en-US" sz="8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importa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indução importa em Computação?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ciência de dados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Aprendizado de máquina aprende padrões a partir de exemplos — é indução aplicada.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Toda generalização estatística carrega incerteza e precisa de validação.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sala de aula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o estudante proponha a regra antes de revelar a fórmula.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sempre um contraexemplo para testar a robustez da hipótese.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qualitativo recorrente nesta disciplina: investigação e revisão de hipóteses.</a:t>
            </a:r>
            <a:endParaRPr lang="en-US" sz="8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Bloco 1 ao Bloco 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já vimos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1: computar é formular, representar e testar problemas.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onde vamos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3: pensamento dedutivo — de regras gerais a casos específicos.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Pensamento Computacional — Aula 2 de 15.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por perguntas — Julia + Pluto</dc:title>
  <dc:subject>Julia e Pluto para Pensamento Computacional — PROFCOMP</dc:subject>
  <dc:creator>OpenAI</dc:creator>
  <cp:lastModifiedBy>OpenAI</cp:lastModifiedBy>
  <cp:revision>1</cp:revision>
  <dcterms:created xsi:type="dcterms:W3CDTF">2026-06-04T19:39:33Z</dcterms:created>
  <dcterms:modified xsi:type="dcterms:W3CDTF">2026-06-04T19:39:33Z</dcterms:modified>
</cp:coreProperties>
</file>