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2" r:id="rId109"/>
    <p:sldId id="303" r:id="rId110"/>
    <p:sldId id="304" r:id="rId111"/>
    <p:sldId id="305" r:id="rId112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  <Relationship Id="rId109" Type="http://schemas.openxmlformats.org/officeDocument/2006/relationships/slide" Target="slides/slide103.xml"/>
  <Relationship Id="rId110" Type="http://schemas.openxmlformats.org/officeDocument/2006/relationships/slide" Target="slides/slide104.xml"/>
  <Relationship Id="rId111" Type="http://schemas.openxmlformats.org/officeDocument/2006/relationships/slide" Target="slides/slide105.xml"/>
  <Relationship Id="rId112" Type="http://schemas.openxmlformats.org/officeDocument/2006/relationships/slide" Target="slides/slide10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e algoritmos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situação-problema em algoritmo interpretável?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 é o problema antes do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pergunta em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dados de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o que será calculado.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problema = "calcular media de notas"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entradas = [8.0, 6.0, 7.5]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Formulação do problema antes do código.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deslocar foco da ferramenta para a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do algoritmo, há uma situação que precisa ser interpretada e modelada.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entrada, processo e saída?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dados, cálculo e resultado.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cada papel.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Modifique uma entrada.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 como organização de dados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entrada–processo–saída torna visível o caminho de transformação dos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algoritmo de média?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soma.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tamanho.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Divida soma por tamanho.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sum(notas)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tamanho =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soma / tamanho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Decomposição torna relações intermediárias visíveis.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Dividir a média em partes evita que a fórmula fique opaca.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acrescentar uma decisão ao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 média calculada.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regra de situação.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notas diferentes.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media &gt;= 7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 de ação e interpretação da saída.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classificação mostra que algoritmos produzem sentidos, não apenas números.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um algoritmo em etapas?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as etapas como strings.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as células do Pluto.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Reordene se necessário.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etapas = ["ler notas", "somar", "dividir", "classificar"]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sequencial de processos.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de etapas ajuda a perceber ordem, dependência e possibilidade de erro.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laço executa uma repetição controlada?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valores manualmente.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 use laço.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as duas estratégias.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n in notas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soma += 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procedural de acumulação.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laço torna visível o processo repetido que funções prontas escondem.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algoritmo em função?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Receba notas como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média internamente.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Devolva a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function calcula_media(notas)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sum(notas) /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e encapsulamento de processo.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transforma uma sequência de passos em ferramenta reutilizável.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depurar um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 erro proposital.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Localize a etapa incorreta.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Corrija e explique.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[8, 6,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media_errada = sum(notas) /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indicador de relação mal representada.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Depurar é reconstruir a relação entre procedimento e significado.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testar um algoritmo com casos diversos?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Monte casos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extremos.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expectativa.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casos = [[10,10], [0,0], [7,7]]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[calcula_media(c) for c in casos]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Comparação entre soluções 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casos mostra se o algoritmo funciona além do exemplo inicial.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um algoritmo pedagogicamente?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explicação das etapas.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as relações intermediárias.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limites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 = (entrada=true, processo=true, saida=true, justificativa=true)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Avaliar percurso, não apenas resultado.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qualidade do algoritmo aparece na clareza com que o estudante explica dados, etapas e decisões.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esperamos desta aula?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Distinguir problema (o que resolver) de algoritmo (como resolver).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Reconhecer as três fases de um algoritmo: entrada, processamento e saída.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Decompor um cálculo simples (ex.: média) em etapas.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Acrescentar decisões e repetições a um algoritmo.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Testar e depurar um algoritmo com casos diversos.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Praticar as 10 tarefas do Bloco 4 em Julia/Pluto.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4 de 15 • 2 horas • Problemas e Algoritmos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 central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um problema? O que é um algoritmo?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Uma pergunta ou tarefa a resolver, definida por dados de entrada e um resultado esperado.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Antes de programar, é preciso entender o que está sendo pedido.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Sequência finita de passos lógicos que, seguidos, resolvem o problema.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Organiza-se em três fases: entrada → processamento → saída.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algoritmo correto resolve o problema para todos os casos válidos, não só para um exemplo.</a:t>
            </a:r>
            <a:endParaRPr lang="en-US" sz="8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ideia ao código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algoritmo ao código executável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Etapas comuns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Separar dados, cálculo e resultado antes de escrever qualquer código.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Transformar uma conta repetida em função reutilizável.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e depurar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Criar casos de teste simples e casos extremos.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Localizar a etapa exata onde o resultado diverge do esperado.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qualitativo recorrente: representação, manipulação e investigação.</a:t>
            </a:r>
            <a:endParaRPr lang="en-US" sz="8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Bloco 3 ao Bloco 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já vimos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3: dedução — aplicar regras gerais a casos específicos.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onde vamos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5: representação de processos e dados — escolher a estrutura certa.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Pensamento Computacional — Aula 4 de 15.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