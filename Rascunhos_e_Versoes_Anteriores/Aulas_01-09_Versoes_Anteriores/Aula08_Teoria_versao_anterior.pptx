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6" r:id="rId109"/>
    <p:sldId id="347" r:id="rId110"/>
    <p:sldId id="348" r:id="rId111"/>
    <p:sldId id="349" r:id="rId112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transformação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regra muda dados, representações e interpretações?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unidades?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valores em Celsius.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fórmula.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escalas.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celsius = [25, 28,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fahrenheit = celsius .* 9/5 .+ 32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entre escalas.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transformação evidencia que o mesmo fenômeno pode ser representado em diferentes sistemas.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valores em categorias?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médias numéricas.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cada uma.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perda e ganho de informação.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6.5,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[m&gt;=7 ? "ok" : "rever"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Mudança de representação quantitativa para qualitativa.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Categorizar simplifica a leitura, mas pode esconder nuances dos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brutos em frequência?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ocorrências.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distribuição.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["A","B","A","C","A"]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Dict(x=&gt;count(==(x), dados) for x in unique(dados))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e síntese de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Frequência transforma respostas individuais em padrão coletivo.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uma lista filtrando valores?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critério.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Selecione elementos.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ficou fora.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[4, 6, 8, 9]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altas = [n for n in notas if n &gt;= 7]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Filtragem como interação baseada em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exige explicitar critério e refletir sobre a parte do conjunto selecionada.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dados por normalização?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Subtraia o mínimo.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Divida pelo intervalo.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antes e depois.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[10, 20, 30]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normalizado = (x .- minimum(x)) ./ (maximum(x)-minimum(x))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Transformação para nova escala interpretativa.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Normalizar mostra que dados podem manter ordem relativa mesmo mudando de escala.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forma de representação?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Converta lista para pares.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Depois para dicionário.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acessos.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nomes = ["A","B"]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valores = [10,20]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pares = collect(zip(nomes,valores))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dict = Dict(pares)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 de uma mesma relação.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relação nome–valor pode ser vista como tabela, pares ou dicionário, cada qual com um uso.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processo em pipeline?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várias operações em sequência.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sum(dados .^ 2)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Composição de transformações.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pipeline torna visível que resultados podem surgir de transformações encadeadas.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texto em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Quebre uma frase.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 palavras.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frequência.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frase = "dados viram modelo"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palavras = split(frase)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length(palavras)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texto como coleção.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também pode ser modelado como dados, aproximando linguagem e computação.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sem perder sentido?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dado original e transformado.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preservada.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informação perdida.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original = [1, 2, 3]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transformado = original .&gt;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qualidade depende da mensagem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Transformações devem ser avaliadas pelo que tornam visível e pelo que ocultam.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Transformação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transformação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regra, antes/depois e interpretação.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Solicite justificativa da escolha.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adequação.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registro = (antes="lista", depois="frequencia", regra="contar")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bem-sucedida depende da interpretação.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 transformação é verificar se a nova forma ajuda a responder melhor à pergunta.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transformação como técnica de construção de algoritmos.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Transformar unidades, categorias e formas de representação de um dado.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um pipeline: várias transformações em sequência.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Filtrar e normalizar dados como formas de transformação.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Avaliar se uma transformação preserva o sentido original do dado.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8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8 de 15 • 2 horas • Técnicas de Construção de Algoritmos: Transformação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transformação?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a solução de um problema para resolver outro, por meio de uma transformação entre eles.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Pode significar reuso, refinamento, evolução ou redução de uma solução existente.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Converter uma lista de valores em um dicionário de frequências.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Normalizar dados (subtrair o mínimo, dividir pelo intervalo) para comparar escalas diferentes.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transformação deve ser avaliada: o dado transformado ainda representa a mesma coisa?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prática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em cadeia: o pipeline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Aplicar várias transformações em sequência, cada uma nomeada por sua função.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Ex.: texto → palavras → contagem → frequência → interpretação.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e depois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Sempre compare o dado original e o transformado.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se ganhou e o que se perdeu na transformação.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transformação e transnumeração.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7 ao Bloco 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7: generalização — soluções reutilizáveis em outros contextos.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9: limites da computação — o que nenhum algoritmo pode resolver.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8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