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109"/>
    <p:sldId id="314" r:id="rId110"/>
    <p:sldId id="315" r:id="rId111"/>
    <p:sldId id="316" r:id="rId112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da representação de processos e dados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diferentes representações mudam o que conseguimos perceber nos dados e processos?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representa dados brutos?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dados em lista.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ordem e repetição.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lista conta uma história.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vendas = [3, 5, 2, 5, 4]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como registro inicial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registra valores, mas ainda exige organização para comunicar relações.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tabela representa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pares nome–valor.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lista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linha.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produtos = ["A", "B", "C"]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qtd = [3, 5, 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collect(zip(produtos, qtd))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Tabela como relação compacta entre variáveis.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articula categorias e quantidades, fazendo emergir uma relação entre colunas.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dicionário representa associação?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Mapeie nomes para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Consulte uma chave.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diferença entre lista e dicionário.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 = Dict("A"=&gt;3, "B"=&gt;5, "C"=&gt;2)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estoque["B"]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Associação chave–valor como representação relacional.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dicionário torna explícita uma relação de acesso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matriz representa uma grade?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matriz 2×3.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Acesse linha e coluna.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posição como relação.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 = [1 2 3; 4 5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M[2,3]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bidimensional e índice.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evidencia que dados podem ter estrutura espacial, não apenas sequência.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por estados?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estado0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mudanca = -3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estado1 = estado0 + mudanca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estado e transformação.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representação de estados ajuda a compreender processos temporais e mudanças.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categóricos.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frequências.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["sim","nao","sim","sim"]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respostas para frequência.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frequências transforma dados dispersos em estrutura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proporção?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total e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razão.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percentual.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 = 12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percentual = parte / total * 100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parte–todo e representação percentual.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proporção desloca a atenção do número absoluto para a relação entre conjuntos.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representação adequada?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os mesmos dados como lista 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mensagens.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Decida qual comunica melhor.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lista = dados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representação é uma decisão conceitual e comunicativa.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com função composta?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composição.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dobro(x)=2x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soma1(x)=x+1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soma1(dobro(5))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Processos compostos e dependência entre etapas.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de funções mostra que processos computacionais podem ser encadeados.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representações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duas formas de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 que cada uma mostra.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Relacione com objetivo da tarefa.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formas = ["lista", "tabela", "frequencia"]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indicam modelagem mais rica.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representação é observar adequação, clareza e relações que ela permite perceber.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listas, tabelas, dicionários e matrizes como formas de representar dados.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representação de processos por estados (antes/depois).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transnumeração: mudar a forma de um dado sem perder seu sentido.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Escolher a representação adequada para cada tipo de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Relacionar frequência e proporção a formas de representar dados.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5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5 de 15 • 2 horas • Fundamentos da Representação de Processos e Dados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a representação importa?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Representar é escolher uma forma (lista, tabela, gráfico, fórmula) para tornar um dado ou processo interpretável.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Diferentes representações do mesmo conceito revelam propriedades diferentes.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Transnumeração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Termo de Wessels: mudar a forma de apresentação de um dado o torna interpretável de um novo jeito.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Ex.: transformar uma lista de valores em pares (entrada, saída) revela a relação funcional.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Queiroz: representações ampliam a percepção de propriedades e relações do conceito.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Estruturas básicas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dado simples à estrutura composta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Coleções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Lista: ordem e índice. Matriz: linhas e colunas — uma grade.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Dicionário: associa uma chave a um valor (mapeamento).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Escolhendo a estrutura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Pergunte: preciso de ordem? de associação? de agrupamento?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mesma informação pode caber em mais de uma estrutura — a escolha muda o que fica fácil de fazer depois.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representação, manipulação, feedback e transnumeração.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4 ao Bloco 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4: problemas e algoritmos — entrada, processamento, saída.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6: decomposição — dividir problemas complexos em partes menores.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5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