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4" r:id="rId109"/>
    <p:sldId id="325" r:id="rId110"/>
    <p:sldId id="326" r:id="rId111"/>
    <p:sldId id="327" r:id="rId112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decomposição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dividir um problema em partes que preservam significado?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 decompor um problema?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subproblemas.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Associe uma célula do Pluto a cada parte.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partes = ["entrada", "processamento", "decisao", "saida"]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Interação baseada em tarefas e subproblemas.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Decompor reduz a opacidade do algoritmo e revela relações intermediárias.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cálculo de média em relações?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notas.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soma.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tamanho.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média.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[8.0, 6.0, 7.5]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soma = sum(notas)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tamanho = 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soma/tamanho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Arranjo de etapas como representação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média aparece como relação entre soma e cardinalidade, não como fórmula isolada.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cálculo da decisão.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fronteiras.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 = 7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media &gt;= limite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resultado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Nomeação de critérios e feedback interpretativo.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fica interpretável quando se separam critério, comparação e categoria.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simulação?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taxa.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tempo.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Modelização com variáveis explícitas.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variável passa a representar uma escolha do modelo, abrindo espaço para crítica.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por funções menores?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média.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situação.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as duas.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media(notas)=sum(notas)/length(notas)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situacao(m)=m&gt;=7 ? "aprovado" : "rever"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situacao(media([8,6,7]))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por subfunções.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 menores deixam papéis mais claros e favorecem reutilização.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problema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coletar, organizar e representar.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variável para cada etapa.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brutos = ["A","B","A"]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unique(brutos)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Dict(c=&gt;count(==(c), brutos) for c in categorias)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de dados como parte crítica.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mostra que representar dados exige seleção, agrupamento e síntese.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erro?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Isole a linha problemática.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entradas.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regra.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Reexecute.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 = [8, 6, 7]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divisor = 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sum(entrada)/divisor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indício de relação incorreta.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deixa de ser falha final e vira pista sobre qual relação foi mal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explique dados, regra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Registre cada parte.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lacunas.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explicacao = (dados="notas", regra="media", saida="situacao")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por partes.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Explicações decompostas revelam se o estudante entende cada componente do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tarefas para colaboração?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Atribua papéis: dados, regra, teste.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resultados.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dependências.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grupo = Dict("dados"=&gt;"Ana", "regra"=&gt;"Joao", "teste"=&gt;"Lia")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Cultura de sala e compartilhamento de ideias.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orientar adaptação para diferentes contextos educacionais.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também organiza o trabalho colaborativo e explicita responsabilidades.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decomposição?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se há subproblemas com sentido.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dependências.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recomposição do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rubrica = ["partes", "dependencias", "recomposicao"]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integração entre partes.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boa decomposição não fragmenta aleatoriamente; ela preserva as relações do problema.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decomposição como técnica de construção de algoritmos.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Dividir um problema complexo em subproblemas menores e resolúveis.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decomposição em cálculos, classificações e simulações.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Combinar as soluções dos subproblemas na solução do problema original.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decomposição para isolar e corrigir erros.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as 10 tarefas do Bloco 6 em Julia/Pluto.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6 de 15 • 2 horas • Técnicas de Construção de Algoritmos: Decomposição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central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decomposição?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Dividir um problema complexo em problemas menores, mais simples de resolver.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É considerada a técnica mais importante para solucionar problemas em Computação.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Calcular a média de uma turma: decompor em “somar as notas” + “contar os alunos” + “dividir”.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Cada subproblema pode virar uma função independente.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 do problema original é a combinação das soluções dos subproblemas.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prática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Decompor também é uma ferramenta de depuração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Isolar o erro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Ao decompor, cada parte pode ser testada separadamente.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 erro fica mais fácil de localizar quando o problema já está dividido.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Decomposição permite dividir tarefas entre pessoas: dados, regra, teste.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Cada parte é combinada ao final em uma solução única.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qualitativo recorrente: decomposição e reflexão metaconceitual.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Bloco 5 ao Bloco 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vimos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5: representação — escolher a estrutura certa para os dados.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onde vamos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7: generalização — construir soluções reutilizáveis.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Pensamento Computacional — Aula 6 de 15.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