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1" r:id="rId109"/>
    <p:sldId id="292" r:id="rId110"/>
    <p:sldId id="293" r:id="rId111"/>
    <p:sldId id="294" r:id="rId112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  <Relationship Id="rId109" Type="http://schemas.openxmlformats.org/officeDocument/2006/relationships/slide" Target="slides/slide103.xml"/>
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dedutivo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aplicar regras gerais a casos particulares e justificar conclusões?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geral decide se um número é par?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número.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regra do resto da divisão.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por que a conclusão decorre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 = 14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eh_par = n % 2 == 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Regra, caso e conclusão.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dedução torna explícita a relação entre uma propriedade geral e um caso específico.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regra em função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regra em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vários casos.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justificativa verbal.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ehpar(n) = n % 2 ==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ehpar.(1:6)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de regra e aplicação sistemática.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permite aplicar uma regra geral a muitos casos sem confundir teste com prova.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implicação lógica em código?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proposições.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 “se A então B”.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quando a implicação é falsa.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true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 = false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implica = !A || B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relação lógica.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lógica transforma uma frase em estrutura verificável, favorecendo precisão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condição classifica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if/elseif/else.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ramo.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x &gt;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"positivo"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elseif x &lt;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"negativo"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"zero"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Classificação por regra e critérios explícitos.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evidencia que categorias dependem de condições e limites definidos.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pertencimento a um conjunto?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conjunto de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 elemento.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sentido de pertencer.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Set([2,4,6,8])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in 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in 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Conjunto como representação de critério.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pertencimento conecta teoria de conjuntos a decisão computacional.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combinar regras com “e” e “ou”?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duas condições.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Combine-as.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casos de fronteira.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18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tem_doc = true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pode_entrar = idade &gt;= 18 &amp;&amp; tem_doc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relações lógicas.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condições mostra que algoritmos podem depender de várias relações simultâneas.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uma saída a partir de uma tabela de regras?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regras de aprovação.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casos variados.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consistência.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6.2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media &gt;= 5 ? "recuperacao" : "reprovado"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escala numérica para categoria.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transforma um dado quantitativo em categoria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uma regra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entradas conhecidas.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saídas esperadas.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resultado e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[4, 5,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esperado = [true, false, true]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ehpar.(entradas) == esperado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para validar regra formalizada.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tornam visível se a regra foi corretamente representada.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explicar por que uma regra é insuficiente?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uma regra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Apresente caso que escapa.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Reformule a condição.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falta = 30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aprovado = nota &gt;= 7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 da representação e necessidade de contexto.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parcial mostra que dedução correta pode ser inadequada se o modelo ignorar variáveis.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dedutivo?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aplicação e justificativa.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se há casos de fronteira.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revisão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 = (regra="n%2==0", caso=14, justificativa="resto zero")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Resposta relacional: regra e justificativa conectadas.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da dedução deve verificar a conexão entre regra geral, caso e explicação.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desta aula?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o raciocínio dedutivo como aplicação de regras gerais a casos específicos.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Diferenciar dedução de indução (retomando a Aula 2).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Representar implicações lógicas (“se A então B”) em código.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Construir e testar condições (if/elseif/else) como forma de dedução.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quando uma regra dedutiva é insuficiente.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Praticar as 10 tarefas do Bloco 3 em Julia/Pluto.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3 de 15 • 2 horas • Pensamento Dedutivo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central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raciocínio dedutivo?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Parte de premissas gerais e aplica regras da lógica para chegar a uma conclusão específica.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as premissas são verdadeiras e a regra é válida, a conclusão é necessariamente verdadeira.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clássico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Premissa 1: todo número par é divisível por 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Premissa 2: 8 é par. Conclusão: 8 é divisível por 2.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Dedução: da regra geral ao caso específico — certeza lógica, não probabilidade.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Indução x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Indução e dedução se completam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Indução (Aula 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Observa casos e propõe uma regra geral (hipótese).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Conclusão provável, sujeita a revisão.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Dedução (Aula 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Parte de uma regra geral e aplica a um caso específico.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Conclusão certa, se as premissas forem verdadeiras.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ciclo hipótese → teste → refinamento usa os dois tipos de raciocínio.</a:t>
            </a:r>
            <a:endParaRPr lang="en-US" sz="8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Bloco 2 ao Bloco 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já vimos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2: indução — generalizar a partir de casos.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onde vamos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4: problemas e algoritmos — formalizar entrada, processo e saída.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Pensamento Computacional — Aula 3 de 15.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