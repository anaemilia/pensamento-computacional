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9" r:id="rId16"/>
    <p:sldId id="256" r:id="rId2"/>
    <p:sldId id="257" r:id="rId3"/>
    <p:sldId id="258" r:id="rId4"/>
    <p:sldId id="260" r:id="rId17"/>
  </p:sldIdLst>
  <p:notesMasterIdLst>
    <p:notesMasterId r:id="rId5"/>
  </p:notesMasterIdLst>
  <p:sldSz cx="14630400" cy="8229600"/>
  <p:notesSz cx="8229600" cy="14630400"/>
  <p:embeddedFontLst>
    <p:embeddedFont>
      <p:font typeface="Montserrat"/>
      <p:regular r:id="rId10"/>
    </p:embeddedFont>
    <p:embeddedFont>
      <p:font typeface="Montserrat"/>
      <p:regular r:id="rId11"/>
    </p:embeddedFont>
    <p:embeddedFont>
      <p:font typeface="Montserrat"/>
      <p:regular r:id="rId12"/>
    </p:embeddedFont>
    <p:embeddedFont>
      <p:font typeface="Montserrat"/>
      <p:regular r:id="rId13"/>
    </p:embeddedFont>
    <p:embeddedFont>
      <p:font typeface="Source Sans 3"/>
      <p:regular r:id="rId14"/>
    </p:embeddedFont>
    <p:embeddedFont>
      <p:font typeface="Source Sans 3"/>
      <p:regular r:id="rId1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slide" Target="slides/slide1.xml"/><Relationship Id="rId17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298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00000"/>
                </a:solidFill>
                <a:latin typeface="Arial"/>
              </a:rPr>
              <a:t>O que esperamos desta aula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2984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111827"/>
                </a:solidFill>
                <a:latin typeface="Arial"/>
              </a:rPr>
              <a:t>•  Diferenciar ações genéricas (reutilizáveis) de ações especializadas (feitas sob medida).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11827"/>
                </a:solidFill>
                <a:latin typeface="Arial"/>
              </a:rPr>
              <a:t>•  Reconhecer que o tipo do dado orienta qual ação é possível ou mais eficiente.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11827"/>
                </a:solidFill>
                <a:latin typeface="Arial"/>
              </a:rPr>
              <a:t>•  Relacionar essa escolha ao despacho múltiplo (multiple dispatch), um recurso central de Julia.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589520"/>
            <a:ext cx="1298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4748B"/>
                </a:solidFill>
                <a:latin typeface="Arial"/>
              </a:rPr>
              <a:t>Aula 12 de 15 • 2 horas • Ações Ligadas a Categorias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189315"/>
            <a:ext cx="4815245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Ações Ligadas a Categorias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863798" y="2226945"/>
            <a:ext cx="3365778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863798" y="2894409"/>
            <a:ext cx="5745123" cy="2591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nosso dia a dia, diferentes </a:t>
            </a:r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categorias de coisas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pedem </a:t>
            </a:r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ações específicas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Por exemplo: com </a:t>
            </a:r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frutas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nós </a:t>
            </a:r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descascamos ou esprememos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; com </a:t>
            </a:r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roupas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lavamos ou dobramos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Cada tipo de coisa tem </a:t>
            </a:r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formas próprias de ser usada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mas também há ações que </a:t>
            </a:r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podem servir para várias categorias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como </a:t>
            </a:r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organizar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separar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ou </a:t>
            </a:r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classificar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3798" y="5707618"/>
            <a:ext cx="5745123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Assim, entender </a:t>
            </a:r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que tipo de informação temos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ajuda a </a:t>
            </a:r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escolher a melhor ação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para resolver um problema de maneira lógica e eficiente.</a:t>
            </a:r>
            <a:endParaRPr lang="en-US" sz="1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8759" y="2257782"/>
            <a:ext cx="6555343" cy="43701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804982"/>
            <a:ext cx="7836218" cy="56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Ações Genéricas e Especializadas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863798" y="1760815"/>
            <a:ext cx="4169331" cy="5145405"/>
          </a:xfrm>
          <a:prstGeom prst="roundRect">
            <a:avLst>
              <a:gd name="adj" fmla="val 710"/>
            </a:avLst>
          </a:prstGeom>
          <a:solidFill>
            <a:srgbClr val="303132"/>
          </a:solidFill>
          <a:ln/>
        </p:spPr>
      </p:sp>
      <p:sp>
        <p:nvSpPr>
          <p:cNvPr id="4" name="Text 2"/>
          <p:cNvSpPr/>
          <p:nvPr/>
        </p:nvSpPr>
        <p:spPr>
          <a:xfrm>
            <a:off x="1061204" y="1958221"/>
            <a:ext cx="2243852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Ação Genérica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1061204" y="2357199"/>
            <a:ext cx="3774519" cy="20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Uma </a:t>
            </a:r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ação genérica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é uma tarefa que pode ser aplicada a diferentes tipos de informações ou situações. Ela é </a:t>
            </a:r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flexível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 pode ser </a:t>
            </a:r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reutilizada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em vários contextos, sem precisar ser refeita a cada vez. Serve para resolver </a:t>
            </a:r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problemas variados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com uma única lógica de pensamento.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230535" y="1760815"/>
            <a:ext cx="4169331" cy="5145405"/>
          </a:xfrm>
          <a:prstGeom prst="roundRect">
            <a:avLst>
              <a:gd name="adj" fmla="val 710"/>
            </a:avLst>
          </a:prstGeom>
          <a:solidFill>
            <a:srgbClr val="303132"/>
          </a:solidFill>
          <a:ln/>
        </p:spPr>
      </p:sp>
      <p:sp>
        <p:nvSpPr>
          <p:cNvPr id="7" name="Text 5"/>
          <p:cNvSpPr/>
          <p:nvPr/>
        </p:nvSpPr>
        <p:spPr>
          <a:xfrm>
            <a:off x="5427940" y="1958221"/>
            <a:ext cx="2245400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Ação Especializada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427940" y="2357199"/>
            <a:ext cx="3774519" cy="1777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Ação Especializada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é uma tarefa pensada para </a:t>
            </a:r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situações específicas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feita sob medida para lidar melhor com um tipo de informação ou contexto. Ela busca </a:t>
            </a:r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máximo desempenho e precisão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focando em </a:t>
            </a:r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eficiência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quando há necessidades bem definidas..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9597271" y="1760815"/>
            <a:ext cx="4169331" cy="5145405"/>
          </a:xfrm>
          <a:prstGeom prst="roundRect">
            <a:avLst>
              <a:gd name="adj" fmla="val 710"/>
            </a:avLst>
          </a:prstGeom>
          <a:solidFill>
            <a:srgbClr val="303132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4677" y="1958221"/>
            <a:ext cx="3019544" cy="2012990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4677" y="4193262"/>
            <a:ext cx="3019544" cy="20129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794677" y="6428303"/>
            <a:ext cx="2243852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863798" y="7128272"/>
            <a:ext cx="12902803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 compilador Julia gera código otimizado para cada combinação de tipos usada, sem necessidade de intervenção manual.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145977"/>
            <a:ext cx="8469154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Ações Genéricas e Processos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2217420"/>
            <a:ext cx="129028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Uma </a:t>
            </a:r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função genérica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é uma </a:t>
            </a:r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ação ampla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que pode ser realizada de </a:t>
            </a:r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várias maneiras diferentes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dependendo da </a:t>
            </a:r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situação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Cada forma de executá-la é chamada de um </a:t>
            </a:r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modo de fazer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ou </a:t>
            </a:r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maneira específica de agir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3798" y="3235404"/>
            <a:ext cx="246817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63798" y="3624382"/>
            <a:ext cx="4136350" cy="3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63798" y="3808690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Ação Genérica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3798" y="4307324"/>
            <a:ext cx="4136350" cy="2220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Função Genérica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é uma </a:t>
            </a:r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ação geral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que determina </a:t>
            </a:r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como algo deve funcionar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 forma ampla. Ela define </a:t>
            </a:r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 jeito básico de agir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em diferentes contextos, servindo como um </a:t>
            </a:r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modelo comum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para várias situações.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246965" y="3235404"/>
            <a:ext cx="246817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246965" y="3624382"/>
            <a:ext cx="4136350" cy="3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246965" y="3808690"/>
            <a:ext cx="3076575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Métodos Específicos</a:t>
            </a:r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246965" y="4307324"/>
            <a:ext cx="4136350" cy="2591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são </a:t>
            </a:r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formas particulares de realizar uma ação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adaptadas conforme a situação ou tipo de informação. Cada método representa uma </a:t>
            </a:r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maneira própria de agir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escolhida para se ajustar melhor ao contexto e alcançar o resultado desejado.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630132" y="3235404"/>
            <a:ext cx="246817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9630132" y="3624382"/>
            <a:ext cx="4136350" cy="3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9630132" y="3808690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Escolha adequada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630132" y="4307324"/>
            <a:ext cx="4136350" cy="2220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Escolha adequada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é o </a:t>
            </a:r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processo de escolha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da </a:t>
            </a:r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melhor forma de agir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diante de uma situação. Envolve </a:t>
            </a:r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analisar o contexto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 </a:t>
            </a:r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decidir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qual atitude é mais adequada para alcançar o resultado desejado.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298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00000"/>
                </a:solidFill>
                <a:latin typeface="Arial"/>
              </a:rPr>
              <a:t>Mais exemplos do dia a 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2984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111827"/>
                </a:solidFill>
                <a:latin typeface="Arial"/>
              </a:rPr>
              <a:t>•  Um mesmo verbo, ações diferentes: "abrir" uma porta, um arquivo ou uma conta são ações bem diferentes por trás.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11827"/>
                </a:solidFill>
                <a:latin typeface="Arial"/>
              </a:rPr>
              <a:t>•  Ação genérica: "imprimir" funciona para números, texto ou uma lista — o comportamento se adapta ao tipo.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11827"/>
                </a:solidFill>
                <a:latin typeface="Arial"/>
              </a:rPr>
              <a:t>•  Ação especializada: "decolar" só faz sentido para um avião, não para um carro.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11827"/>
                </a:solidFill>
                <a:latin typeface="Arial"/>
              </a:rPr>
              <a:t>•  Em programação, isso se chama polimorfismo: mesma operação, comportamento que muda conforme o tipo de dado.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589520"/>
            <a:ext cx="1298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4748B"/>
                </a:solidFill>
                <a:latin typeface="Arial"/>
              </a:rPr>
              <a:t>Ações Ligadas a Categorias — Aula 12 de 15.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2025-11-01T19:55:29Z</dcterms:created>
  <dcterms:modified xsi:type="dcterms:W3CDTF">2025-11-01T19:55:29Z</dcterms:modified>
</cp:coreProperties>
</file>