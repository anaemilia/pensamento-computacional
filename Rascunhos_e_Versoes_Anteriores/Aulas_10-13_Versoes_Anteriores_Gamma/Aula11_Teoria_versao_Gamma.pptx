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62" r:id="rId23"/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0000800000000000000" pitchFamily="2" charset="0"/>
      <p:bold r:id="rId17"/>
    </p:embeddedFont>
    <p:embeddedFont>
      <p:font typeface="Source Sans 3" panose="020B0604020202020204" charset="0"/>
      <p:regular r:id="rId1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32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979063"/>
            <a:ext cx="3957280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Definindo Novos Tipos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863798" y="3769876"/>
            <a:ext cx="74164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Aprender a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criar novos tipos de categorias ou classificações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ajuda a representar melhor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conceitos e objetos do mundo real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facilitando a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organização das ideias e o raciocínio lógico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ao resolver problemas de forma estruturada.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855589"/>
            <a:ext cx="4591780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Estruturas de </a:t>
            </a:r>
            <a:r>
              <a:rPr lang="en-US" sz="265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Informação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863798" y="2893219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3560683"/>
            <a:ext cx="6825496" cy="2591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Assim como agrupamos informações relacionadas no dia a dia, também podemos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organizar dados que pertencem a uma mesma categoria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em uma única estrutura.Isso permite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reunir elementos que fazem sentido juntos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como o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nome e a idade de uma pessoa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ou a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marca e o modelo de um carro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facilitando a compreensão e o uso dessas informações de forma lógica e organizada.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99133" y="2924056"/>
            <a:ext cx="5474970" cy="2591038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286869" y="2924056"/>
            <a:ext cx="5499497" cy="2591038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533686" y="3109079"/>
            <a:ext cx="5005864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Pessoa    nome::Texto    idade::NúmeroInteiro    email::Textofim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32711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Representando Pessoas e Coisas do Dia a Dia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505432"/>
            <a:ext cx="4136350" cy="2719864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110615" y="2752249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4212" y="2955846"/>
            <a:ext cx="333137" cy="3331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0615" y="373951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Aluno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10615" y="4238149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Representa estudantes com matrícula, nome e notas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6965" y="2505432"/>
            <a:ext cx="4136350" cy="2719864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493782" y="2752249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97379" y="2955846"/>
            <a:ext cx="333137" cy="333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3782" y="373951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Produto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93782" y="4238149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Armazena código, descrição e preço de itens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132" y="2505432"/>
            <a:ext cx="4136350" cy="2719864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9876949" y="2752249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80546" y="2955846"/>
            <a:ext cx="333137" cy="333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6949" y="373951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Carro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6949" y="4238149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Contém marca, modelo e especificações técnicas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63798" y="5595461"/>
            <a:ext cx="6115407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Criando Nossos Próprios Exemplos</a:t>
            </a:r>
            <a:endParaRPr lang="en-US" sz="2650" dirty="0"/>
          </a:p>
        </p:txBody>
      </p:sp>
      <p:sp>
        <p:nvSpPr>
          <p:cNvPr id="19" name="Text 14"/>
          <p:cNvSpPr/>
          <p:nvPr/>
        </p:nvSpPr>
        <p:spPr>
          <a:xfrm>
            <a:off x="863798" y="6386274"/>
            <a:ext cx="129028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Depois de definir uma nova categoria, podemos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criar versões específicas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representar situações reais.Por exemplo, dentro da categoria “Pessoa”, podemos ter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Ana, João e Maria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cada um com suas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características próprias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como idade e endereço.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77478"/>
            <a:ext cx="8214598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Criando Exemplos na Vida Real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63798" y="1852732"/>
            <a:ext cx="12902803" cy="99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Depois de definir uma categoria, podemos </a:t>
            </a: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imaginar exemplos concretos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que pertencem a ela.Por exemplo, na categoria </a:t>
            </a: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“Animal”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podemos ter </a:t>
            </a: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 cachorro, um gato e um pássaro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cada um com suas próprias características.Assim, transformamos uma </a:t>
            </a: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ideia geral em casos reais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mostrando como o conceito se aplica no cotidiano.a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3798" y="3324463"/>
            <a:ext cx="3029188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Definição do Tipo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863798" y="3952994"/>
            <a:ext cx="6180415" cy="2665928"/>
          </a:xfrm>
          <a:prstGeom prst="roundRect">
            <a:avLst>
              <a:gd name="adj" fmla="val 125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52726" y="3952994"/>
            <a:ext cx="6202561" cy="2665928"/>
          </a:xfrm>
          <a:prstGeom prst="roundRect">
            <a:avLst>
              <a:gd name="adj" fmla="val 125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74777" y="4119563"/>
            <a:ext cx="5758458" cy="23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Carro    marca::String    modelo::String    ano::Int    velocidade::Float64fim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93806" y="3324463"/>
            <a:ext cx="4455676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Criando um carro específico</a:t>
            </a:r>
            <a:endParaRPr lang="en-US" sz="2350" dirty="0"/>
          </a:p>
        </p:txBody>
      </p:sp>
      <p:sp>
        <p:nvSpPr>
          <p:cNvPr id="9" name="Shape 7"/>
          <p:cNvSpPr/>
          <p:nvPr/>
        </p:nvSpPr>
        <p:spPr>
          <a:xfrm>
            <a:off x="7593806" y="3952994"/>
            <a:ext cx="6180415" cy="2665928"/>
          </a:xfrm>
          <a:prstGeom prst="roundRect">
            <a:avLst>
              <a:gd name="adj" fmla="val 125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582733" y="3952994"/>
            <a:ext cx="6202561" cy="2665928"/>
          </a:xfrm>
          <a:prstGeom prst="roundRect">
            <a:avLst>
              <a:gd name="adj" fmla="val 125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804785" y="4119563"/>
            <a:ext cx="5758458" cy="23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meu_carro = Carro(    "Toyota",    "Corolla",    2023,    0.0)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3798" y="7118747"/>
            <a:ext cx="12902803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 objeto criado é uma </a:t>
            </a: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instância única</a:t>
            </a: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do tipo definido, com seus próprios valores armazenados na memória.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10245"/>
            <a:ext cx="12902803" cy="21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Que Pode ou Não Pode Mudar:  Algumas coisas podem ser alteradas depois de criadas, como um trabalho em andamento, que pode ser editado a qualquer momento.Outras permanecem iguais depois de prontas, como uma fotografia impressa, que não muda mais.Da mesma forma, ao organizar informações, é importante decidir o que pode mudar e o que deve permanecer fixo.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63798" y="3731062"/>
            <a:ext cx="4698325" cy="42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🔒 Coisas Que Não Mudam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4406146"/>
            <a:ext cx="6150293" cy="2591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Algumas coisas permanecem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iguais depois de criadas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como uma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foto revelada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uma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escultura finalizada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.Elas trazem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segurança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porque nada será alterado sem querer.Também garantem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previsibilidade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já que sempre estarão do mesmo jeito, e ajudam a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economizar esforço e espaço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pois não precisam ser refeitas.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731062"/>
            <a:ext cx="5050274" cy="42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🔓 Coisas Que Podem Mudar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623929" y="4406146"/>
            <a:ext cx="6150293" cy="2591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Algumas coisas podem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 alteradas sempre que necessário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como um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documento em edição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uma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receita que você ajusta conforme o gosto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.Elas oferecem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mais flexibilidade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pois permitem atualizar e corrigir quando algo muda.Isso garante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adaptação constante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tornando possível </a:t>
            </a: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melhorar e ajustar</a:t>
            </a: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conforme novas situações aparecem.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683062"/>
            <a:ext cx="4509849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Criando Coisas Que Podem Mudar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63798" y="1368743"/>
            <a:ext cx="12902803" cy="832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Às vezes, precisamos representar algo que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 transforma com o tempo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como o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nível de água de um rio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o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estoque de uma loja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.Essas informações podem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 atualizadas sempre que necessário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sem precisar começar do zero.Criar categorias que aceitam mudanças traz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mais flexibilidade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ajuda a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acompanhar o que evolui na vida real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63798" y="2594967"/>
            <a:ext cx="3202662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Permitir Que Algo Mude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63798" y="3095506"/>
            <a:ext cx="5557838" cy="1943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 algumas situações, é importante que as informações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possam ser alteradas conforme o tempo passa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como o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placar de um jogo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o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saldo de uma conta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o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número de produtos em um carrinho de compras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.Quando criamos algo com essa característica, ele se torna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mais flexível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pode </a:t>
            </a: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acompanhar mudanças e atualizações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refletindo melhor o que acontece no mundo real.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80741" y="2618184"/>
            <a:ext cx="6893362" cy="4720114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71573" y="2618184"/>
            <a:ext cx="6911697" cy="4720114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056596" y="2757011"/>
            <a:ext cx="6541651" cy="444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ContaBancaria titular::Cadeia de Caractere saldo::Número ativa::Verdadeiro ou Falsofimconta = ContaBancaria( "Maria Silva", 1000.0, verdadeiro)# Agora podemos modificar!conta.saldo = 1500.0conta.ativa = falso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298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Arial"/>
              </a:rPr>
              <a:t>O que esperamos desta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2984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Aprender a definir novos tipos (estruturas) para representar conceitos do mundo real.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Diferenciar dados mutáveis de imutáveis e saber quando usar cada um.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Criar instâncias específicas a partir de um tipo definido.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589520"/>
            <a:ext cx="1298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Arial"/>
              </a:rPr>
              <a:t>Aula 11 de 15 • 2 horas • Definindo Novos Tipos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</Words>
  <Application>Microsoft Office PowerPoint</Application>
  <PresentationFormat>Personalizar</PresentationFormat>
  <Paragraphs>37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Montserrat Bold</vt:lpstr>
      <vt:lpstr>Source Sans 3</vt:lpstr>
      <vt:lpstr>Calibri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Ana Emilia Melo Queiroz</cp:lastModifiedBy>
  <cp:revision>2</cp:revision>
  <dcterms:created xsi:type="dcterms:W3CDTF">2025-10-31T20:50:09Z</dcterms:created>
  <dcterms:modified xsi:type="dcterms:W3CDTF">2025-10-31T20:50:56Z</dcterms:modified>
</cp:coreProperties>
</file>