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645920"/>
            <a:ext cx="4206240" cy="4206240"/>
          </a:xfrm>
          <a:prstGeom prst="ellipse">
            <a:avLst/>
          </a:prstGeom>
          <a:solidFill>
            <a:srgbClr val="2C7A8C">
              <a:alpha val="12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54335" y="548640"/>
            <a:ext cx="2194560" cy="2194560"/>
          </a:xfrm>
          <a:prstGeom prst="ellipse">
            <a:avLst/>
          </a:prstGeom>
          <a:solidFill>
            <a:srgbClr val="E8963C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22960" y="914400"/>
            <a:ext cx="868680" cy="86868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1201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1488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COMPUTACIONAL · AULA 9 DE 15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2514600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da Computação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57200" y="397764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reconhecer o que o modelo calcula e o que ainda exige interpretação humana?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9 · Limites da Computação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esperamos desta aula?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10512"/>
            <a:ext cx="292608" cy="29260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810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96112" y="1728216"/>
            <a:ext cx="4727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que nem todo problema tem solução algorítmica.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292608" cy="29260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2386584"/>
            <a:ext cx="4727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a diferença entre “o computador calcula” e “o computador resolve”.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3127248"/>
            <a:ext cx="292608" cy="29260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3127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96112" y="3044952"/>
            <a:ext cx="4727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Discutir como a falta de dados ou a precisão numérica limitam um modelo.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89320" y="1810512"/>
            <a:ext cx="292608" cy="29260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989320" y="1810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28232" y="1728216"/>
            <a:ext cx="4727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viés e ambiguidade como limites da representação.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89320" y="2468880"/>
            <a:ext cx="292608" cy="29260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89320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28232" y="2386584"/>
            <a:ext cx="4727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Introduzir a ideia de indecidibilidade (problema da parada).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989320" y="3127248"/>
            <a:ext cx="292608" cy="29260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989320" y="3127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28232" y="3044952"/>
            <a:ext cx="4727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Praticar as 10 tarefas do Bloco 9 em Julia/Pluto.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5623560"/>
            <a:ext cx="11274552" cy="594360"/>
          </a:xfrm>
          <a:prstGeom prst="roundRect">
            <a:avLst>
              <a:gd name="adj" fmla="val 12308"/>
            </a:avLst>
          </a:prstGeom>
          <a:solidFill>
            <a:srgbClr val="1B3A5C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85800" y="5623560"/>
            <a:ext cx="10817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9 de 15 · 2 horas · Noções dos Limites da Computação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9 · Limites da Computação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CENTRAL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Existem problemas que nenhum algoritmo resolve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5394960" cy="3246120"/>
          </a:xfrm>
          <a:prstGeom prst="roundRect">
            <a:avLst>
              <a:gd name="adj" fmla="val 2535"/>
            </a:avLst>
          </a:prstGeom>
          <a:solidFill>
            <a:srgbClr val="E9F2F3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21305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Alan Turing (1936)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587752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Provou que não existe um algoritmo geral capaz de decidir, para qualquer programa e entrada, se ele vai parar.</a:t>
            </a:r>
            <a:endParaRPr lang="en-US" sz="1400" dirty="0"/>
          </a:p>
          <a:p>
            <a:pPr algn="l"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resultado é conhecido como “problema da parada” — indecidível.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36792" y="1874520"/>
            <a:ext cx="5394960" cy="3246120"/>
          </a:xfrm>
          <a:prstGeom prst="roundRect">
            <a:avLst>
              <a:gd name="adj" fmla="val 2535"/>
            </a:avLst>
          </a:prstGeom>
          <a:solidFill>
            <a:srgbClr val="FCF0E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656832" y="21305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isso significa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56832" y="2587752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Computar não é sinônimo de resolver: um computador pode calcular sem “entender” o problema.</a:t>
            </a:r>
            <a:endParaRPr lang="en-US" sz="1400" dirty="0"/>
          </a:p>
          <a:p>
            <a:pPr algn="l"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modelo computacional carrega pressupostos e ignora algo do mundo real.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5449824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Turing, A. M. (1936). On computable numbers... Proceedings of the London Mathematical Society.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9 · Limites da Computação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NO DIA A DIA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que aparecem antes da indecidibilidade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5394960" cy="3246120"/>
          </a:xfrm>
          <a:prstGeom prst="roundRect">
            <a:avLst>
              <a:gd name="adj" fmla="val 2535"/>
            </a:avLst>
          </a:prstGeom>
          <a:solidFill>
            <a:srgbClr val="E9F2F3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21305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Precisão e dados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587752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de arredondamento se acumulam em cálculos numéricos.</a:t>
            </a:r>
            <a:endParaRPr lang="en-US" sz="1400" dirty="0"/>
          </a:p>
          <a:p>
            <a:pPr algn="l"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modelo com dados incompletos gera conclusões incompletas.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36792" y="1874520"/>
            <a:ext cx="5394960" cy="3246120"/>
          </a:xfrm>
          <a:prstGeom prst="roundRect">
            <a:avLst>
              <a:gd name="adj" fmla="val 2535"/>
            </a:avLst>
          </a:prstGeom>
          <a:solidFill>
            <a:srgbClr val="FCF0E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656832" y="21305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Viés e ambiguidade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56832" y="2587752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regra simplificada pode deixar grupos inteiros de fora (viés).</a:t>
            </a:r>
            <a:endParaRPr lang="en-US" sz="1400" dirty="0"/>
          </a:p>
          <a:p>
            <a:pPr algn="l"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natural é ambígua; o código exige que se escolha uma interpretação.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5394960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E9EDF3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31520" y="539496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qualitativo recorrente: reflexão metaconceitual e limites do modelo.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9 · Limites da Computação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991295" y="365760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FCF0E1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991295" y="3657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DO CICLO · BLOCOS 1-9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Fechando o ciclo dos 9 blocos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5394960" cy="3246120"/>
          </a:xfrm>
          <a:prstGeom prst="roundRect">
            <a:avLst>
              <a:gd name="adj" fmla="val 2535"/>
            </a:avLst>
          </a:prstGeom>
          <a:solidFill>
            <a:srgbClr val="E9F2F3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21305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já vimos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587752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1-8: formular, representar, decompor, generalizar e transformar problemas.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36792" y="1874520"/>
            <a:ext cx="5394960" cy="3246120"/>
          </a:xfrm>
          <a:prstGeom prst="roundRect">
            <a:avLst>
              <a:gd name="adj" fmla="val 2535"/>
            </a:avLst>
          </a:prstGeom>
          <a:solidFill>
            <a:srgbClr val="FCF0E1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56832" y="21305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onde vamos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56832" y="2587752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10-14: abstração, tipos, estruturas de dados e complexidade de algoritmos.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5449824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Computacional — Aula 9 de 15.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9 · Limites da Computação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645920"/>
            <a:ext cx="4206240" cy="4206240"/>
          </a:xfrm>
          <a:prstGeom prst="ellipse">
            <a:avLst/>
          </a:prstGeom>
          <a:solidFill>
            <a:srgbClr val="2C7A8C">
              <a:alpha val="12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54335" y="548640"/>
            <a:ext cx="2194560" cy="2194560"/>
          </a:xfrm>
          <a:prstGeom prst="ellipse">
            <a:avLst/>
          </a:prstGeom>
          <a:solidFill>
            <a:srgbClr val="E8963C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863840" y="1005840"/>
            <a:ext cx="384048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0" b="1" dirty="0">
                <a:solidFill>
                  <a:srgbClr val="1B3A5C">
                    <a:alpha val="5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4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9 · LIMITES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Noções dos limites da Computação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tarefas em formato de pergunta, com exemplos em Julia/Pluto.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8138160" cy="1417320"/>
          </a:xfrm>
          <a:prstGeom prst="roundRect">
            <a:avLst>
              <a:gd name="adj" fmla="val 5806"/>
            </a:avLst>
          </a:prstGeom>
          <a:solidFill>
            <a:srgbClr val="17304F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23317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PERGUNTA-GUIA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624328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reconhecer o que o modelo calcula e o que ainda exige interpretação humana?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379476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48920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abre a aula; o código serve para tornar a relação conceitual discutível.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9 · Limites da Computação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9 · LIMITES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07008" y="5029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computador resolve ou apenas calcula?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760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uma simulação.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pressupostos.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Discuta interpretação.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37960" y="502920"/>
            <a:ext cx="5166360" cy="2697480"/>
          </a:xfrm>
          <a:prstGeom prst="roundRect">
            <a:avLst>
              <a:gd name="adj" fmla="val 2712"/>
            </a:avLst>
          </a:prstGeom>
          <a:solidFill>
            <a:srgbClr val="0F203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12280" y="6583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12280" y="987552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pop0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taxa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pop0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taxa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)^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E9F2F3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49194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da ferramenta e do modelo.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limites da ferramenta e do modelo.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final não esgota a aprendizagem do conceito.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contexto e o tipo de dado influenciam a representação escolhida.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FCF0E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3796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37960" y="3931920"/>
            <a:ext cx="4919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cálculo correto pode representar mal a realidade se os pressupostos forem inadequados.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5440680"/>
            <a:ext cx="4919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9 · Limites da Computação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9 · LIMITES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07008" y="5029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acontece quando faltam dados?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760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variáveis incompletas.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 o que não se sabe.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 inferência automática sem contexto.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37960" y="502920"/>
            <a:ext cx="5166360" cy="2697480"/>
          </a:xfrm>
          <a:prstGeom prst="roundRect">
            <a:avLst>
              <a:gd name="adj" fmla="val 2712"/>
            </a:avLst>
          </a:prstGeom>
          <a:solidFill>
            <a:srgbClr val="0F203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12280" y="6583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12280" y="987552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amigos_carlos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amigos_ana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i="1" dirty="0">
                <a:solidFill>
                  <a:srgbClr val="82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há amigos em comum?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E9F2F3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49194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insuficientes e interpretação contextual.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limites da ferramenta e do modelo.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 de representação influencia erros, antecipações e reorganizações.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contexto e o tipo de dado influenciam a representação escolhida.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FCF0E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3796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37960" y="3931920"/>
            <a:ext cx="4919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insuficiência de dados é parte da competência computacional.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5440680"/>
            <a:ext cx="4919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9 · Limites da Computação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9 · LIMITES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07008" y="5029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precisão numérica limita a interpretação?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760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decimais.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resultado.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Discuta representação interna.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37960" y="502920"/>
            <a:ext cx="5166360" cy="2697480"/>
          </a:xfrm>
          <a:prstGeom prst="roundRect">
            <a:avLst>
              <a:gd name="adj" fmla="val 2712"/>
            </a:avLst>
          </a:prstGeom>
          <a:solidFill>
            <a:srgbClr val="0F203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12280" y="6583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12280" y="987552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E9F2F3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49194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Representação computacional não é a realidade matemática completa.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expressões exibem aspectos distintos do mesmo conceito.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limites da ferramenta e do modelo.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Listas, tabelas e gráficos comunicam histórias diferentes dos dados.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FCF0E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3796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37960" y="3931920"/>
            <a:ext cx="4919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tarefa mostra que números no computador têm representação e limitações próprias.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5440680"/>
            <a:ext cx="4919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9 · Limites da Computação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9 · LIMITES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07008" y="5029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um modelo pode ignorar variáveis importantes?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760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aprovação por média.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Inclua frequência depois.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decisões.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37960" y="502920"/>
            <a:ext cx="5166360" cy="2697480"/>
          </a:xfrm>
          <a:prstGeom prst="roundRect">
            <a:avLst>
              <a:gd name="adj" fmla="val 2712"/>
            </a:avLst>
          </a:prstGeom>
          <a:solidFill>
            <a:srgbClr val="0F203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12280" y="6583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12280" y="987552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frequencia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aprovado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E9F2F3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49194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parcial e risco de conclusão indevida.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limites da ferramenta e do modelo.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final não esgota a aprendizagem do conceito.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contexto e o tipo de dado influenciam a representação escolhida.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FCF0E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3796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37960" y="3931920"/>
            <a:ext cx="4919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algoritmo pode ser coerente internamente e ainda injusto ou incompleto.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5440680"/>
            <a:ext cx="4919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9 · Limites da Computação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9 · LIMITES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07008" y="5029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uma regra pode gerar viés?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760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critério simplificado.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quem fica de fora.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Discuta implicações.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37960" y="502920"/>
            <a:ext cx="5166360" cy="2697480"/>
          </a:xfrm>
          <a:prstGeom prst="roundRect">
            <a:avLst>
              <a:gd name="adj" fmla="val 2712"/>
            </a:avLst>
          </a:prstGeom>
          <a:solidFill>
            <a:srgbClr val="0F203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12280" y="6583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12280" y="987552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corte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6.9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7.0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7.1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.&gt;=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E9F2F3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49194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éticos de classificações automáticas.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limites da ferramenta e do modelo.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percurso da tarefa revela mudanças no discurso e na ação.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Listas, tabelas e gráficos comunicam histórias diferentes dos dados.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FCF0E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3796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37960" y="3931920"/>
            <a:ext cx="4919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Classificações exigem reflexão sobre fronteiras, contexto e consequências.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5440680"/>
            <a:ext cx="4919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9 · Limites da Computação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9 · LIMITES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07008" y="5029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reconhecer ambiguidade em linguagem natural?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760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uma pergunta ambígua.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duas interpretações.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respostas.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37960" y="502920"/>
            <a:ext cx="5166360" cy="2697480"/>
          </a:xfrm>
          <a:prstGeom prst="roundRect">
            <a:avLst>
              <a:gd name="adj" fmla="val 2712"/>
            </a:avLst>
          </a:prstGeom>
          <a:solidFill>
            <a:srgbClr val="0F203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12280" y="6583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12280" y="987552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FA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"quanto falta?"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i="1" dirty="0">
                <a:solidFill>
                  <a:srgbClr val="82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falta para 7 ou falta de presença?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E9F2F3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49194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Múltiplos sentidos exigem explicitação do contexto.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expressões exibem aspectos distintos do mesmo conceito.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explicação do raciocínio desenvolvido.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contexto e o tipo de dado influenciam a representação escolhida.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FCF0E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3796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37960" y="3931920"/>
            <a:ext cx="4919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computação exige formalização, mas a formulação do problema é humana e contextual.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5440680"/>
            <a:ext cx="4919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9 · Limites da Computação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9 · LIMITES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07008" y="5029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um laço pode não terminar?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760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Mostre condição problemática.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Identifique a ausência de mudança.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Discuta parada.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37960" y="502920"/>
            <a:ext cx="5166360" cy="2697480"/>
          </a:xfrm>
          <a:prstGeom prst="roundRect">
            <a:avLst>
              <a:gd name="adj" fmla="val 2712"/>
            </a:avLst>
          </a:prstGeom>
          <a:solidFill>
            <a:srgbClr val="0F203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12280" y="6583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12280" y="987552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i="1" dirty="0">
                <a:solidFill>
                  <a:srgbClr val="82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while x &gt; 0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i="1" dirty="0">
                <a:solidFill>
                  <a:srgbClr val="82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x += 1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i="1" dirty="0">
                <a:solidFill>
                  <a:srgbClr val="82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E9F2F3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49194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operacional: necessidade de condição de parada.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limites da ferramenta e do modelo.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 de representação influencia erros, antecipações e reorganizações.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 SOLO ajudam a observar respostas de menor a maior integração.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FCF0E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3796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37960" y="3931920"/>
            <a:ext cx="4919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precisam de critérios claros de término e segurança.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5440680"/>
            <a:ext cx="4919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9 · Limites da Computação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9 · LIMITES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07008" y="5029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avaliar a adequação de uma representação?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760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duas formas de saída.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Pergunte qual responde melhor.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 escolha.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37960" y="502920"/>
            <a:ext cx="5166360" cy="2697480"/>
          </a:xfrm>
          <a:prstGeom prst="roundRect">
            <a:avLst>
              <a:gd name="adj" fmla="val 2712"/>
            </a:avLst>
          </a:prstGeom>
          <a:solidFill>
            <a:srgbClr val="0F203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12280" y="6583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12280" y="987552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)/</a:t>
            </a:r>
            <a:pPr algn="l"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maximo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maximum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E9F2F3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49194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representação deve contar a história adequada dos dados.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Listas, tabelas e gráficos comunicam histórias diferentes dos dados.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Representações ampliam a percepção de propriedades e relações.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Articular código, texto, tabela, gráfico e interpretação.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FCF0E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3796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37960" y="3931920"/>
            <a:ext cx="4919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saída adequada depende da pergunta; média, máximo e distribuição contam histórias diferentes.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5440680"/>
            <a:ext cx="4919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9 · Limites da Computação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9 · LIMITES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07008" y="5029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discutir limites com a turma?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760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pressupostos.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variáveis ignoradas.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consequências de uso.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37960" y="502920"/>
            <a:ext cx="5166360" cy="2697480"/>
          </a:xfrm>
          <a:prstGeom prst="roundRect">
            <a:avLst>
              <a:gd name="adj" fmla="val 2712"/>
            </a:avLst>
          </a:prstGeom>
          <a:solidFill>
            <a:srgbClr val="0F203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12280" y="6583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12280" y="987552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limites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incompletos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FA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"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simplificada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FA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"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contexto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ignorado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"]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E9F2F3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49194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Reflexão metaconceitual e crítica do modelo.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o percurso de pensamento, não apenas o código final.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percurso da tarefa revela mudanças no discurso e na ação.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planejadas desenvolvem representação e pensamento de ordem superior.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FCF0E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3796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37960" y="3931920"/>
            <a:ext cx="4919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Discutir limites transforma o código em objeto de reflexão pedagógica e ética.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5440680"/>
            <a:ext cx="4919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9 · Limites da Computação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9 · LIMITES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07008" y="5029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avaliar noções de limites da Computação?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760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que o estudante diga o que o código faz.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o que ele não faz.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como melhoraria o modelo.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37960" y="502920"/>
            <a:ext cx="5166360" cy="2697480"/>
          </a:xfrm>
          <a:prstGeom prst="roundRect">
            <a:avLst>
              <a:gd name="adj" fmla="val 2712"/>
            </a:avLst>
          </a:prstGeom>
          <a:solidFill>
            <a:srgbClr val="0F203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12280" y="6583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12280" y="987552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avaliacao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faz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FA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nao_faz="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julga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contexto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FA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melhorar="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incluir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variaveis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E9F2F3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49194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por consciência dos pressupostos.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limites da ferramenta e do modelo.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final não esgota a aprendizagem do conceito.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 SOLO ajudam a observar respostas de menor a maior integração.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FCF0E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3796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37960" y="3931920"/>
            <a:ext cx="4919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aprendizagem aparece quando o estudante diferencia cálculo, modelo, realidade e decisão humana.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5440680"/>
            <a:ext cx="4919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9 · Limites da Computação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 mobilizadas nos critérios qualitativos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74552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Queiroz (2012): representações visuais, interação, feedback e consciência metaconceitual.</a:t>
            </a:r>
            <a:endParaRPr lang="en-US" sz="1300" dirty="0"/>
          </a:p>
          <a:p>
            <a:pPr algn="l" marL="177800" indent="-1778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Queiroz et al. (2010): suporte diagramático, múltiplas representações e reorganização da ação.</a:t>
            </a:r>
            <a:endParaRPr lang="en-US" sz="1300" dirty="0"/>
          </a:p>
          <a:p>
            <a:pPr algn="l" marL="177800" indent="-1778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 GT Julia + Pluto: critérios de representação, manipulação, feedback, investigação e limites.</a:t>
            </a:r>
            <a:endParaRPr lang="en-US" sz="1300" dirty="0"/>
          </a:p>
          <a:p>
            <a:pPr algn="l" marL="177800" indent="-1778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Wessels (2006): organização de dados, transnumeração, múltiplas representações e níveis SOLO.</a:t>
            </a:r>
            <a:endParaRPr lang="en-US" sz="1300" dirty="0"/>
          </a:p>
          <a:p>
            <a:pPr algn="l" marL="177800" indent="-1778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Sedig &amp; Sumner (2006): interação com representações visuais, investigação, busca, filtragem e rearranjo.</a:t>
            </a:r>
            <a:endParaRPr lang="en-US" sz="1300" dirty="0"/>
          </a:p>
          <a:p>
            <a:pPr algn="l" marL="177800" indent="-1778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Goldin &amp; Kaput (1996): representações no aprender e fazer matemática.</a:t>
            </a:r>
            <a:endParaRPr lang="en-US" sz="1300" dirty="0"/>
          </a:p>
          <a:p>
            <a:pPr algn="l" marL="177800" indent="-1778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Vergnaud (1986; 1998): campos conceituais e relação entre situação, representação e invariantes.</a:t>
            </a:r>
            <a:endParaRPr lang="en-US" sz="1300" dirty="0"/>
          </a:p>
          <a:p>
            <a:pPr algn="l" marL="177800" indent="-1778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Hatano (1997): modelagem como atividade de compreensão e custo cognitivo da investigação.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5623560"/>
            <a:ext cx="11274552" cy="594360"/>
          </a:xfrm>
          <a:prstGeom prst="roundRect">
            <a:avLst>
              <a:gd name="adj" fmla="val 12308"/>
            </a:avLst>
          </a:prstGeom>
          <a:solidFill>
            <a:srgbClr val="E9EDF3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5623560"/>
            <a:ext cx="10725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Síntese: a avaliação deve observar o percurso — como o estudante organiza dados, escolhe representações, manipula parâmetros, interpreta saídas e reconhece limites.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9 · Limites da Computação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645920"/>
            <a:ext cx="4206240" cy="4206240"/>
          </a:xfrm>
          <a:prstGeom prst="ellipse">
            <a:avLst/>
          </a:prstGeom>
          <a:solidFill>
            <a:srgbClr val="2C7A8C">
              <a:alpha val="12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54335" y="548640"/>
            <a:ext cx="2194560" cy="2194560"/>
          </a:xfrm>
          <a:prstGeom prst="ellipse">
            <a:avLst/>
          </a:prstGeom>
          <a:solidFill>
            <a:srgbClr val="E8963C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DA AULA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da Computação: calcular não é resolver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57200" cy="457200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15568" y="175564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Nem todo problema é decidível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115568" y="20574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(1936) provou que não existe algoritmo geral para o problema da parada — um limite formal da computação.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679192"/>
            <a:ext cx="457200" cy="457200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15568" y="265176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práticos aparecem antes disso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15568" y="295351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 numérica, dados incompletos, viés e ambiguidade já limitam um modelo no dia a dia.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575304"/>
            <a:ext cx="457200" cy="457200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57200" y="3575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15568" y="354787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Fim do ciclo dos 9 blocos da ementa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115568" y="3849624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Formular, representar, decompor, generalizar, transformar e reconhecer limites completam o primeiro ciclo do curso.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4608576"/>
            <a:ext cx="11274552" cy="365760"/>
          </a:xfrm>
          <a:prstGeom prst="roundRect">
            <a:avLst>
              <a:gd name="adj" fmla="val 15000"/>
            </a:avLst>
          </a:prstGeom>
          <a:solidFill>
            <a:srgbClr val="17304F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85800" y="4608576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F0B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DO CICLO DE 9 BLOCOS DA EMENTA · INÍCIO DO MÓDULO COMPLEMENTAR (ABSTRAÇÃO E TIPOS)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5111496"/>
            <a:ext cx="11274552" cy="1051560"/>
          </a:xfrm>
          <a:prstGeom prst="roundRect">
            <a:avLst>
              <a:gd name="adj" fmla="val 7826"/>
            </a:avLst>
          </a:prstGeom>
          <a:solidFill>
            <a:srgbClr val="1E3A5A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77240" y="5385816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504688"/>
            <a:ext cx="265176" cy="26517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508760" y="5294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SEGUIR — AULA 10 de 15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508760" y="556869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Abstração e Especialização em Computação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9 · Limites da Computação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2026-08-21T00:44:31Z</dcterms:created>
  <dcterms:modified xsi:type="dcterms:W3CDTF">2026-08-21T00:44:31Z</dcterms:modified>
</cp:coreProperties>
</file>