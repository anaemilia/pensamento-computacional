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9 DE 15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da Computação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o que o modelo calcula e o que ainda exige interpretação humana?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que nem todo problema tem solução algorítmica.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a diferença entre “o computador calcula” e “o computador resolve”.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 como a falta de dados ou a precisão numérica limitam um modelo.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8932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viés e ambiguidade como limites da representação.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932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7" name="Text 15"/>
          <p:cNvSpPr/>
          <p:nvPr/>
        </p:nvSpPr>
        <p:spPr>
          <a:xfrm>
            <a:off x="59893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Introduzir a ideia de indecidibilidade (problema da parada).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8932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0" name="Text 18"/>
          <p:cNvSpPr/>
          <p:nvPr/>
        </p:nvSpPr>
        <p:spPr>
          <a:xfrm>
            <a:off x="598932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9 em Julia/Pluto.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562356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623560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de 15 · 2 horas · Noções dos Limites da Computação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Existem problemas que nenhum algoritmo resolve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 Turing (1936)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Provou que não existe um algoritmo geral capaz de decidir, para qualquer programa e entrada, se ele vai parar.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resultado é conhecido como “problema da parada” — indecidível.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Computar não é sinônimo de resolver: um computador pode calcular sem “entender” o problema.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modelo computacional carrega pressupostos e ignora algo do mundo real.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4498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Turing, A. M. (1936). On computable numbers... Proceedings of the London Mathematical Society.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NO DIA A 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que aparecem antes da indecidibilidade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Precisão e dados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de arredondamento se acumulam em cálculos numéricos.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com dados incompletos gera conclusões incompletas.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Viés e ambiguidade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regra simplificada pode deixar grupos inteiros de fora (viés).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natural é ambígua; o código exige que se escolha uma interpretação.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394960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reflexão metaconceitual e limites do modelo.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991295" y="3657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FCF0E1"/>
          </a:solidFill>
          <a:ln/>
        </p:spPr>
      </p:sp>
      <p:sp>
        <p:nvSpPr>
          <p:cNvPr id="4" name="Text 2"/>
          <p:cNvSpPr/>
          <p:nvPr/>
        </p:nvSpPr>
        <p:spPr>
          <a:xfrm>
            <a:off x="8991295" y="365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CICLO · BLOCOS 1-9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Fechando o ciclo dos 9 blocos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 1-8: formular, representar, decompor, generalizar e transformar problemas.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</p:sp>
      <p:sp>
        <p:nvSpPr>
          <p:cNvPr id="10" name="Text 8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 10-14: abstração, tipos, estruturas de dados e complexidade de algoritmos.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54498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9 de 15.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1005840"/>
            <a:ext cx="38404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0" b="1" dirty="0">
                <a:solidFill>
                  <a:srgbClr val="1B3A5C">
                    <a:alpha val="5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Noções dos limites da Computação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138160" cy="1417320"/>
          </a:xfrm>
          <a:prstGeom prst="roundRect">
            <a:avLst>
              <a:gd name="adj" fmla="val 5806"/>
            </a:avLst>
          </a:prstGeom>
          <a:solidFill>
            <a:srgbClr val="17304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331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62432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reconhecer o que o modelo calcula e o que ainda exige interpretação humana?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4892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computador resolve ou apenas calcula?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uma simulação.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pressupostos.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interpretação.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)^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cálculo correto pode representar mal a realidade se os pressupostos forem inadequados.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quando faltam dados?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variáveis incompletas.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o que não se sabe.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Evite inferência automática sem contexto.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amigos_carlos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amigos_ana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há amigos em comum?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insuficientes e interpretação contextual.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forma de representação influencia erros, antecipações e reorganizações.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insuficiência de dados é parte da competência computacional.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precisão numérica limita a interpretação?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decimais.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resultado.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representação interna.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computacional não é a realidade matemática completa.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listas, tabelas e gráficos comunicam histórias diferentes dos dados.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mostra que números no computador têm representação e limitações próprias.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modelo pode ignorar variáveis importantes?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aprovação por média.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frequência depois.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decisões.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parcial e risco de conclusão indevida.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pode ser coerente internamente e ainda injusto ou incompleto.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regra pode gerar viés?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critério simplificado.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quem fica de fora.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implicações.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6.9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éticos de classificações automáticas.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percurso da tarefa revela mudanças no discurso e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listas, tabelas e gráficos comunicam histórias diferentes dos dados.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Classificações exigem reflexão sobre fronteiras, contexto e consequências.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reconhecer ambiguidade em linguagem natural?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uma pergunta ambígua.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duas interpretações.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respostas.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"quanto falta?"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falta para 7 ou falta de presença?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Múltiplos sentidos exigem explicitação do contexto.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solicitar explicação do raciocínio desenvolvido.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computação exige formalização, mas a formulação do problema é humana e contextual.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laço pode não terminar?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condição problemática.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a ausência de mudança.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parada.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x &gt; 0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x += 1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8296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operacional: necessidade de condição de parada.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forma de representação influencia erros, antecipações e reorganizações.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precisam de critérios claros de término e segurança.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a adequação de uma representação?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duas formas de saída.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 qual responde melhor.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escolha.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)/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representação deve contar a história adequada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listas, tabelas e gráficos comunicam histórias diferentes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adequada depende da pergunta; média, máximo e distribuição contam histórias diferentes.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discutir limites com a turma?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pressupostos.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variáveis ignoradas.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consequências de uso.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incompletos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simplificada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metaconceitual e crítica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percurso da tarefa revela mudanças no discurso e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atividades planejadas desenvolvem representação e pensamento de ordem superior.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 limites transforma o código em objeto de reflexão pedagógica e ética.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9 · LIMITES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noções de limites da Computação?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o estudante diga o que o código faz.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o que ele não faz.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como melhoraria o modelo.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avaliacao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nao_faz="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melhorar="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incluir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variaveis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por consciência dos pressupostos.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aprendizagem aparece quando o estudante diferencia cálculo, modelo, realidade e decisão humana.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mobilizadas nos critérios qualitativos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7455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 (2012): representações visuais, interação, feedback e consciência metaconceitual.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 et al. (2010): suporte diagramático, múltiplas representações e reorganização da ação.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 GT Julia + Pluto: critérios de representação, manipulação, feedback, investigação e limites.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 (2006): organização de dados, transnumeração, múltiplas representações e níveis SOLO.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Sedig &amp; Sumner (2006): interação com representações visuais, investigação, busca, filtragem e rearranjo.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Goldin &amp; Kaput (1996): representações no aprender e fazer matemática.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Vergnaud (1986; 1998): campos conceituais e relação entre situação, representação e invariantes.</a:t>
            </a:r>
            <a:endParaRPr lang="en-US" sz="1300" dirty="0"/>
          </a:p>
          <a:p>
            <a:pPr algn="l" marL="177800" indent="-1778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Hatano (1997): modelagem como atividade de compreensão e custo cognitivo da investigação.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562356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E9EDF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62356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Síntese: a avaliação deve observar o percurso — como o estudante organiza dados, escolhe representações, manipula parâmetros, interpreta saídas e reconhece limites.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da Computação: calcular não é resolver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15568" y="17556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todo problema é decidível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15568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(1936) provou que não existe algoritmo geral para o problema da parada — um limite formal da computação.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práticos aparecem antes disso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15568" y="2953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numérica, dados incompletos, viés e ambiguidade já limitam um modelo no dia a dia.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 do ciclo dos 9 blocos da ementa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15568" y="38496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Formular, representar, decompor, generalizar, transformar e reconhecer limites completam o primeiro ciclo do curso.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608576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17304F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60857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F0B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CICLO DE 9 BLOCOS DA EMENTA · INÍCIO DO MÓDULO COMPLEMENTAR (ABSTRAÇÃO E TIPOS)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5111496"/>
            <a:ext cx="11274552" cy="1051560"/>
          </a:xfrm>
          <a:prstGeom prst="roundRect">
            <a:avLst>
              <a:gd name="adj" fmla="val 7826"/>
            </a:avLst>
          </a:prstGeom>
          <a:solidFill>
            <a:srgbClr val="1E3A5A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5385816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504688"/>
            <a:ext cx="265176" cy="26517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508760" y="5294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10 de 15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508760" y="55686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 e Especialização em Computação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 · Limites da Computação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2026-08-21T00:44:31Z</dcterms:created>
  <dcterms:modified xsi:type="dcterms:W3CDTF">2026-08-21T00:44:31Z</dcterms:modified>
</cp:coreProperties>
</file>