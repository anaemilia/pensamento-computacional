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2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  <Relationship Id="rId25" Type="http://schemas.openxmlformats.org/officeDocument/2006/relationships/slide" Target="slides/slide19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9 DE 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o que o modelo calcula e o que ainda exige interpretação humana?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que nem todo problema tem solução algorítmica.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diferença entre “o computador calcula” e “o computador resolve”.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como a falta de dados ou a precisão numérica limitam um modelo.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89320" y="1810512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93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1728216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viés e ambiguidade como limites da representação.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89320" y="2468880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8932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2386584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a ideia de indecidibilidade (problema da parada).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89320" y="3127248"/>
            <a:ext cx="292608" cy="29260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98932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3044952"/>
            <a:ext cx="4727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9 em Julia/Pluto.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de 15 · 2 horas · Noções dos Limites da Computação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Existem problemas que nenhum algoritmo resolve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Turing (1936)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Provou que não existe um algoritmo geral capaz de decidir, para qualquer programa e entrada, se ele vai parar.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resultado é conhecido como “problema da parada” — indecidível.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Computar não é sinônimo de resolver: um computador pode calcular sem “entender” o problema.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modelo computacional carrega pressupostos e ignora algo do mundo real.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Turing, A. M. (1936). On computable numbers... Proceedings of the London Mathematical Society.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NO DIA A 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que aparecem antes da indecidibilidade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Precisão e dados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arredondamento se acumulam em cálculos numéricos.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com dados incompletos gera conclusões incompletas.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e ambiguidade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regra simplificada pode deixar grupos inteiros de fora (viés).</a:t>
            </a:r>
            <a:endParaRPr lang="en-US" sz="140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é ambígua; o código exige que se escolha uma interpretação.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3949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539496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qualitativo recorrente: reflexão metaconceitual e limites do modelo.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991295" y="36576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991295" y="365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CICLO · BLOCOS 1-9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Fechando o ciclo dos 9 blocos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1-8: formular, representar, decompor, generalizar e transformar problemas.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36792" y="187452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56832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6832" y="2587752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10-14: abstração, tipos, estruturas de dados e complexidade de algoritmos.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4498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9 de 15.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863840" y="1005840"/>
            <a:ext cx="3840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B3A5C">
                    <a:alpha val="5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Noções dos limites da Computação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tarefas em formato de pergunta, com exemplos em Julia/Pluto.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138160" cy="1417320"/>
          </a:xfrm>
          <a:prstGeom prst="roundRect">
            <a:avLst>
              <a:gd name="adj" fmla="val 5806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331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2432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que o modelo calcula e o que ainda exige interpretação humana?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computador resolve ou apenas calcula?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uma simulação.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pressupostos.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interpretação.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)^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cálculo correto pode representar mal a realidade se os pressupostos forem inadequados.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quando faltam dados?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variáveis incompletas.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que não se sabe.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inferência automática sem contexto.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amigos_carlos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amigos_ana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há amigos em comum?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insuficientes e interpretação contextual.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insuficiência de dados é parte da competência computacional.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precisão numérica limita a interpretação?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decimais.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resultado.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representação interna.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computacional não é a realidade matemática completa.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mostra que números no computador têm representação e limitações próprias.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modelo pode ignorar variáveis importantes?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aprovação por média.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frequência depois.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decisões.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frequencia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parcial e risco de conclusão indevida.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pode ser coerente internamente e ainda injusto ou incompleto.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pode gerar viés?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critério simplificado.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quem fica de fora.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implicações.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6.9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.&gt;=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éticos de classificações automáticas.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exigem reflexão sobre fronteiras, contexto e consequências.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ambiguidade em linguagem natural?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uma pergunta ambígua.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duas interpretações.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respostas.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"quanto falta?"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falta para 7 ou falta de presença?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sentidos exigem explicitação do contexto.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computação exige formalização, mas a formulação do problema é humana e contextual.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laço pode não terminar?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condição problemática.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ausência de mudança.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parada.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x &gt; 0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x += 1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8296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operacional: necessidade de condição de parada.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precisam de critérios claros de término e segurança.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a adequação de uma representação?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duas formas de saída.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qual responde melhor.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0B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)/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deve contar a história adequada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adequada depende da pergunta; média, máximo e distribuição contam histórias diferentes.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discutir limites com a turma?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pressupostos.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variáveis ignoradas.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consequências de uso.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incompletos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simplificada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ignorado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metaconceitual e crítica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 limites transforma o código em objeto de reflexão pedagógica e ética.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9 · LIMITES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502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noções de limites da Computação?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o estudante diga o que o código faz.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o que ele não faz.</a:t>
            </a:r>
            <a:endParaRPr lang="en-US" sz="1300" dirty="0"/>
          </a:p>
          <a:p>
            <a:pPr algn="l"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como melhoraria o modelo.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502920"/>
            <a:ext cx="5166360" cy="2697480"/>
          </a:xfrm>
          <a:prstGeom prst="roundRect">
            <a:avLst>
              <a:gd name="adj" fmla="val 2712"/>
            </a:avLst>
          </a:prstGeom>
          <a:solidFill>
            <a:srgbClr val="0F20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6583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12280" y="98755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avaliacao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nao_faz="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julga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A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melhorar="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incluir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</a:t>
            </a:r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E9F2F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49194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por consciência dos pressupostos.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algn="l" marL="152400" indent="-152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429000"/>
            <a:ext cx="5468112" cy="2788920"/>
          </a:xfrm>
          <a:prstGeom prst="roundRect">
            <a:avLst>
              <a:gd name="adj" fmla="val 2623"/>
            </a:avLst>
          </a:prstGeom>
          <a:solidFill>
            <a:srgbClr val="FCF0E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919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aprendizagem aparece quando o estudante diferencia cálculo, modelo, realidade e decisão humana.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5440680"/>
            <a:ext cx="4919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mobilizadas nos critérios qualitativos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74552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 (2012): representações visuais, interação, feedback e consciência metaconceitual.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Queiroz et al. (2010): suporte diagramático, múltiplas representações e reorganização da ação.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GT Julia + Pluto: critérios de representação, manipulação, feedback, investigação e limites.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Wessels (2006): organização de dados, transnumeração, múltiplas representações e níveis SOLO.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Sedig &amp; Sumner (2006): interação com representações visuais, investigação, busca, filtragem e rearranjo.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Goldin &amp; Kaput (1996): representações no aprender e fazer matemática.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Vergnaud (1986; 1998): campos conceituais e relação entre situação, representação e invariantes.</a:t>
            </a:r>
            <a:endParaRPr lang="en-US" sz="1300" dirty="0"/>
          </a:p>
          <a:p>
            <a:pPr algn="l" marL="177800" indent="-1778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4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Hatano (1997): modelagem como atividade de compreensão e custo cognitivo da investigação.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9EDF3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562356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Síntese: a avaliação deve observar o percurso — como o estudante organiza dados, escolhe representações, manipula parâmetros, interpreta saídas e reconhece limites.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da Computação: calcular não é resolver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problema é decidível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15568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(1936) provou que não existe algoritmo geral para o problema da parada — um limite formal da computação.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práticos aparecem antes disso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15568" y="2953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numérica, dados incompletos, viés e ambiguidade já limitam um modelo no dia a dia.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 do ciclo dos 9 blocos da ementa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5568" y="38496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Formular, representar, decompor, generalizar, transformar e reconhecer limites completam o primeiro ciclo do curso.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608576"/>
            <a:ext cx="11274552" cy="365760"/>
          </a:xfrm>
          <a:prstGeom prst="roundRect">
            <a:avLst>
              <a:gd name="adj" fmla="val 15000"/>
            </a:avLst>
          </a:prstGeom>
          <a:solidFill>
            <a:srgbClr val="17304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460857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F0B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CICLO DE 9 BLOCOS DA EMENTA · INÍCIO DO MÓDULO COMPLEMENTAR (ABSTRAÇÃO E TIPOS)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— AULA 10 de 15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e Especialização em Computação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 · Limites da Computação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09  ·  Bloco 9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a adequação de uma representação?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[1,1,2,3,5,8]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sum(dados)/length(dados)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maximo = maximum(dados)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1, 2, 3, 5, 8]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6 = 3.333...  (≈ 3,33)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2026-08-21T00:44:31Z</dcterms:created>
  <dcterms:modified xsi:type="dcterms:W3CDTF">2026-08-21T00:44:31Z</dcterms:modified>
</cp:coreProperties>
</file>