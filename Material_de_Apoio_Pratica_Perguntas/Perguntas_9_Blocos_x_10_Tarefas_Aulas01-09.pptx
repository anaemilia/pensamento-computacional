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</p:sldIdLst>
  <p:notesMasterIdLst>
    <p:notesMasterId r:id="rId10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notesMaster" Target="notesMasters/notesMaster1.xml"/><Relationship Id="rId105" Type="http://schemas.openxmlformats.org/officeDocument/2006/relationships/presProps" Target="presProps.xml"/><Relationship Id="rId106" Type="http://schemas.openxmlformats.org/officeDocument/2006/relationships/viewProps" Target="viewProps.xml"/><Relationship Id="rId107" Type="http://schemas.openxmlformats.org/officeDocument/2006/relationships/theme" Target="theme/theme1.xml"/><Relationship Id="rId10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1828800" y="749808"/>
            <a:ext cx="9418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Aula por perguntas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828800" y="1481328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Julia + Pluto em Pensamento Computacional — PROFCOMP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88036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90 slides organizados pela ementa: 9 blocos × 10 tarefas. Cada tarefa articula código, representação, modelagem e critérios qualitativos.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438912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Fontes de análise: relato do GT, tese de Queiroz, e Wessels sobre organização e representação de dados.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56235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ferramenta não é o centro. A tarefa é o centro.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Visão geral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Quais assuntos da ementa orientam a sequência?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1554480"/>
            <a:ext cx="5257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1. Introdução à Computação e ao Pensamento Computacional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2. Pensamento indutivo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3. Pensamento dedutivo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4. Problemas e algoritmos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5. Fundamentos da representação de processos e dados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0" y="1554480"/>
            <a:ext cx="5257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6. Técnicas de construção de algoritmos: decomposição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7. Técnicas de construção de algoritmos: generalização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8. Técnicas de construção de algoritmos: transformação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9. Noções dos limites da Computação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bloco contém 10 tarefas em Pluto, sempre em formato de pergunta.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• Introdução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8229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828800" y="768096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Introdução à Computação e ao Pensamento Computacional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828800" y="169164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tarefas em formato de pergunta, com exemplos em Julia/Pluto.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2743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Pergunta-guia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1089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transformar “computar” em uma prática de representar, testar e explicar problemas?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85800" y="48920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Neste bloco, as tarefas usam Julia e Pluto para transformar conceitos da ementa em ações observáveis: organizar, representar, manipular, interpretar e revisar.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pergunta abre a aula; o código serve para tornar a relação conceitual discutível.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• Introdução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que é computar quando usamos Julia no Pluto?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Execute uma expressão simples.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Observe entrada, processamento e saída.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Explique o que o computador fez e o que ele não entendeu.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2 + 3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5 * 4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2^5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Representação como mediação entre cálculo e significado.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Deslocar foco da ferramenta para a tarefa.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Organizar dados é componente crítico da representação.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resultado final não esgota a aprendizagem do conceito.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primeira tarefa separa cálculo de compreensão: o computador executa operações, mas a turma interpreta o sentido da ação.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• Introdução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uma variável transforma um número em conceito?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Nomeie valores com significado.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Altere o nome ou o valor.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Discuta como o nome orienta a leitura do modelo.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idade = 35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anos = 5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idade_futura = idade + anos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Variável como representação de grandeza.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Explicitar variáveis, relações e restrições.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Representações ampliam a percepção de propriedades e relações.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contexto e o tipo de dado influenciam a representação escolhida.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variável deixa de ser apenas armazenamento e passa a indicar uma relação conceitual entre valor, papel e contexto.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• Introdução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uma lista torna visível uma coleção de casos?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Crie uma lista de valores.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Observe quantidade e ordem.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Pergunte o que muda se a ordem mudar.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dados = [1, 2, 3, 4]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length(dados)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dados[1]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Coleção, ordem e índice como representação.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Organizar dados é componente crítico da representação.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Múltiplas expressões exibem aspectos distintos do mesmo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Articular código, texto, tabela, gráfico e interpretação.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lista aproxima teoria de conjuntos e estrutura computacional: valores aparecem como coleção e como sequência indexada.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• Introdução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1.4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o Pluto ajuda a ver dependências?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Separe as células em dados, regra e saída.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Mude um valor inicial.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Observe a atualização das células dependentes.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valor = 100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taxa = 0.1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final = valor * (1 + taxa)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Manipulação de parâmetros e feedback imediato.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Permitir manipulação de parâmetros e comparação de estados.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interação consciente com a forma favorece reflexão conceitual.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Múltiplas representações indicam modelagem mais bem-sucedida.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reatividade torna explícita a dependência entre variáveis, permitindo comparar estados do mesmo modelo.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• Introdução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1.5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texto e código podem coexistir na mesma explicação?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uma célula Markdown.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Mostre valores calculados no texto.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que a turma explique a saída.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media = 7.5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md"""A média foi **$media**."""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Múltiplas representações: linguagem natural e cálculo.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Múltiplas representações indicam modelagem mais bem-sucedida.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Múltiplas expressões exibem aspectos distintos do mesmo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Articular código, texto, tabela, gráfico e interpretação.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texto integrado ao código aproxima cálculo, comunicação e justificativa conceitual.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• Introdução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que muda quando a saída vira tabela?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Calcule quadrados.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Agrupe entrada e saída.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Interprete a correspondência em pares.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dados = [1, 2, 3, 4]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quadrados = dados .^ 2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collect(zip(dados, quadrados))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Transnumeração: lista para pares interpretáveis.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Transnumeração torna dados interpretáveis em nova forma.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Representações ampliam a percepção de propriedades e relações.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Solicitar explicação do raciocínio desenvolvido.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tabela de pares faz aparecer a relação funcional que ficaria escondida em uma lista de resultados.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• Introdução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1.7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uma função sintetiza uma ideia computacional?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Transforme uma conta repetida em função.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Teste diferentes entradas.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os resultados.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dobro(x) = 2x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dobro(4)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dobro(10)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Generalização inicial e relação entrada–saída.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Níveis SOLO ajudam a observar respostas de menor a maior integração.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análise qualitativa observa invariantes e relações mobilizadas na 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Avaliar o percurso de pensamento, não apenas o código final.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função introduz a ideia de regra reutilizável e permite discutir domínio, imagem e transformação.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• Introdução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1.8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o computador representa decisões?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uma condição simples.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Teste dois casos.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Discuta a regra antes de executar.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nota = 6.5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situacao = nota &gt;= 7 ? "aprovado" : "rever"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Representação de regra e classificação.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Solicitar explicação do raciocínio desenvolvido.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Feedback visual/textual deve orientar interpretação, não apenas corrigir.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Atividades planejadas desenvolvem representação e pensamento de ordem superior.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decisão computacional mostra que regras precisam ser formuladas, testadas e interpretadas.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• Introdução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1.9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um erro pode virar dado de aprendizagem?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Altere uma variável inexistente.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Observe a mensagem de erro.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Explique que relação estava faltando.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x = 10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y = x + z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Feedback como informação para reconstrução.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Feedback visual/textual deve orientar interpretação, não apenas corrigir.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Incluir revisão, depuração e reconstrução.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Respostas idiossincráticas também revelam modos de pensar.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erro revela dependências ausentes e ajuda a discutir a estrutura necessária para o modelo funcionar.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• Introdução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1.10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avaliar a primeira experiência com Pluto?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um registro curto.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Liste o que ficou visível.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Classifique uma dificuldade como dado, regra ou saída.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reflexao = "Expliquei a relação entre dados e saída"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length(reflexao)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Reflexão metaconceitual sobre o percurso.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Avaliar o percurso de pensamento, não apenas o código final.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percurso da tarefa revela mudanças no discurso e na 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Atividades planejadas desenvolvem representação e pensamento de ordem superior.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avaliação inicial observa como o estudante descreve e reorganiza a tarefa, não apenas se o código executou.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• Indução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8229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828800" y="768096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Pensamento indutivo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828800" y="169164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tarefas em formato de pergunta, com exemplos em Julia/Pluto.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2743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Pergunta-guia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1089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construir hipóteses a partir de padrões observados em dados e saídas?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85800" y="48920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Neste bloco, as tarefas usam Julia e Pluto para transformar conceitos da ementa em ações observáveis: organizar, representar, manipular, interpretar e revisar.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pergunta abre a aula; o código serve para tornar a relação conceitual discutível.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• Indução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 padrão parece surgir nesta sequência?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Observe os termos.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Proponha a próxima saída.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Teste se a hipótese se sustenta.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seq = [2, 4, 8, 16]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proximo = 32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hipotese = "multiplicar por 2"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Investigação exploratória e reconhecimento de padrões.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Organizar dados é componente crítico da representação.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Representações ampliam a percepção de propriedades e relações.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Favorecer investigação antes da formalização.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sequência mobiliza a passagem de casos particulares para uma regra provável, ainda sujeita a revisão.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• Indução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calcular diferenças ajuda a levantar hipóteses?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Crie uma sequência.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Calcule diferenças consecutivas.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Interprete a regularidade.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seq = [3, 6, 9, 12]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dif = diff(seq)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Arranjo sequencial de dados.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Organizar dados é componente crítico da representação.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Múltiplas expressões exibem aspectos distintos do mesmo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Articular código, texto, tabela, gráfico e interpretação.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diferença transforma a sequência em outra representação, destacando relações entre termos vizinhos.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• Indução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Quando uma hipótese indutiva falha?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Teste uma regra em novo caso.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Inclua um contraexemplo.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Discuta a necessidade de revisão.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seq = [1, 2, 4, 8, 15]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all(diff(seq) .== 2)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Erro como oportunidade de reformulação.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Incluir revisão, depuração e reconstrução.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forma de representação influencia erros, antecipações e reorganizações.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Respostas idiossincráticas também revelam modos de pensar.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contraexemplo mostra que indução não é certeza: ela depende de padrões observados e de testes.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• Indução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2.4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usar compreensão de listas para formular padrões?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Gere dados com uma regra.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com dados observados.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Procure coincidências e desvios.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observado = [1, 4, 9, 16]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gerado = [n^2 for n in 1:4]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observado == gerado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Representação e comparação entre modelos.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Múltiplas representações indicam modelagem mais bem-sucedida.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análise qualitativa observa invariantes e relações mobilizadas na 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Permitir manipulação de parâmetros e comparação de estados.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comparação entre observado e gerado torna a hipótese computável e discutível.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• Indução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2.5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a turma pode inventar uma representação não padrão?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que inventem uma codificação.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Represente pares ou símbolos.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com a lista original.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seq = [1, 3, 5, 7]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marcas = repeat.("*", seq)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Representações idiossincráticas revelam pensamento.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Respostas idiossincráticas também revelam modos de pensar.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Múltiplas expressões exibem aspectos distintos do mesmo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Articular código, texto, tabela, gráfico e interpretação.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Representações inventadas podem ajudar a perceber crescimento, quantidade e regularidade.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• Indução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o padrão muda quando mudamos o contexto?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dados de frequência.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Agrupe por categorias.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Observe tendências.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respostas = ["A","B","A","C","A"]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contagem = Dict(r =&gt; count(==(r), respostas) for r in unique(respostas))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Contexto e tipo de dado influenciam representação.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contexto e o tipo de dado influenciam a representação escolhida.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forma de representação influencia erros, antecipações e reorganizações.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Explicitar variáveis, relações e restrições.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indução sobre categorias exige outra organização: contar ocorrências em vez de calcular diferenças.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• Indução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2.7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um gráfico textual pode apoiar a indução?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Crie barras de texto.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visualmente as frequências.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Formule a tendência dominante.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valores = [2, 5, 3]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barras = repeat.("█", valores)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Apoio icônico no modo concreto-simbólico.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Apoio icônico favorece análise em modos concretos e simbólicos.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Representações ampliam a percepção de propriedades e relações.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Articular código, texto, tabela, gráfico e interpretação.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visualização textual amplia a percepção de maior, menor e tendência sem depender de gráfico formal.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• Indução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2.8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distinguir padrão real de coincidência?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poucos dados.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Proponha duas regras possíveis.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Mostre que ambas explicam os casos.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dados = [2, 4, 6]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regra1(n)=2n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regra2(n)=n^2-n+2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Múltiplas interpretações exigem monitoramento.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Níveis SOLO ajudam a observar respostas de menor a maior integração.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resultado final não esgota a aprendizagem do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Reconhecer limites da ferramenta e do modelo.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tarefa mostra que poucos casos podem sustentar várias regras; a indução exige cautela.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• Indução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2.9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registrar uma hipótese para ser testada?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Escreva uma hipótese em texto.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Crie uma função correspondente.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Teste a função em novos casos.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hipotese = "dobrar e somar 1"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f(n)=2n+1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[f(n) for n in 1:5]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Articulação entre linguagem natural e regra formal.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Múltiplas representações indicam modelagem mais bem-sucedida.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Múltiplas expressões exibem aspectos distintos do mesmo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Solicitar explicação do raciocínio desenvolvido.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registro transforma a hipótese em objeto compartilhável e testável pela turma.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• Indução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2.10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avaliar pensamento indutivo?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hipótese, teste e revisão.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Analise se o estudante justifica a regra.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Valorize o percurso, não só o acerto.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avaliacao = (hipotese="2n", teste=true, revisao="incluir mais casos")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Níveis de resposta podem indicar maior integração.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Níveis SOLO ajudam a observar respostas de menor a maior integração.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percurso da tarefa revela mudanças no discurso e na 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Avaliar o percurso de pensamento, não apenas o código final.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Avaliar a indução significa observar como o estudante gera, testa e reformula explicações.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• Dedução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8229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828800" y="768096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Pensamento dedutivo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828800" y="169164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tarefas em formato de pergunta, com exemplos em Julia/Pluto.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2743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Pergunta-guia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1089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aplicar regras gerais a casos particulares e justificar conclusões?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85800" y="48920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Neste bloco, as tarefas usam Julia e Pluto para transformar conceitos da ementa em ações observáveis: organizar, representar, manipular, interpretar e revisar.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pergunta abre a aula; o código serve para tornar a relação conceitual discutível.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• Dedução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uma regra geral decide se um número é par?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Defina um número.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Aplique a regra do resto da divisão.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Explique por que a conclusão decorre da regra.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 = 14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eh_par = n % 2 == 0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Regra, caso e conclusão.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análise qualitativa observa invariantes e relações mobilizadas na 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Solicitar explicação do raciocínio desenvolvido.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Níveis SOLO ajudam a observar respostas de menor a maior integração.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dedução torna explícita a relação entre uma propriedade geral e um caso específico.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• Dedução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transformar uma regra em função dedutiva?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Escreva a regra em função.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Teste vários casos.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justificativa verbal.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ehpar(n) = n % 2 == 0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ehpar.(1:6)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Generalização de regra e aplicação sistemática.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Múltiplas representações indicam modelagem mais bem-sucedida.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resultado final não esgota a aprendizagem do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Avaliar o percurso de pensamento, não apenas o código final.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função permite aplicar uma regra geral a muitos casos sem confundir teste com prova.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• Dedução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representar implicação lógica em código?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Defina duas proposições.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Modele “se A então B”.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Discuta quando a implicação é falsa.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 = true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B = false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implica = !A || B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Representação de relação lógica.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Representações ampliam a percepção de propriedades e relações.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Articular código, texto, tabela, gráfico e interpretação.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contexto e o tipo de dado influenciam a representação escolhida.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tabela lógica transforma uma frase em estrutura verificável, favorecendo precisão conceitual.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• Dedução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3.4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uma condição classifica casos?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Defina um valor.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if/elseif/else.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Interprete cada ramo.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x = 0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if x &gt; 0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"positivo"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elseif x &lt; 0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"negativo"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else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"zero"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end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Classificação por regra e critérios explícitos.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Listas, tabelas e gráficos comunicam histórias diferentes dos dados.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Feedback visual/textual deve orientar interpretação, não apenas corrigir.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Explicitar variáveis, relações e restrições.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classificação evidencia que categorias dependem de condições e limites definidos.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• Dedução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3.5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deduzir pertencimento a um conjunto?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Defina um conjunto de valores.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Teste um elemento.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Discuta o sentido de pertencer.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 = Set([2,4,6,8])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4 in A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5 in A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Conjunto como representação de critério.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Transnumeração torna dados interpretáveis em nova forma.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Múltiplas expressões exibem aspectos distintos do mesmo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Articular código, texto, tabela, gráfico e interpretação.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pertencimento conecta teoria de conjuntos a decisão computacional.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• Dedução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combinar regras com “e” e “ou”?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Crie duas condições.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Combine-as.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Interprete casos de fronteira.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idade = 18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tem_doc = true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pode_entrar = idade &gt;= 18 &amp;&amp; tem_doc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Composição de relações lógicas.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análise qualitativa observa invariantes e relações mobilizadas na 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Solicitar explicação do raciocínio desenvolvido.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Níveis SOLO ajudam a observar respostas de menor a maior integração.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Combinar condições mostra que algoritmos podem depender de várias relações simultâneas.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• Dedução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3.7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deduzir uma saída a partir de uma tabela de regras?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Crie regras de aprovação.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Aplique a casos variados.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Verifique consistência.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media = 6.2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situacao = media &gt;= 7 ? "aprovado" : media &gt;= 5 ? "recuperacao" : "reprovado"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Transnumeração de escala numérica para categoria.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Transnumeração torna dados interpretáveis em nova forma.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Representações ampliam a percepção de propriedades e relações.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Solicitar explicação do raciocínio desenvolvido.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regra transforma um dado quantitativo em categoria interpretável.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• Dedução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3.8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testar uma regra dedutiva?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Liste entradas conhecidas.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Defina saídas esperadas.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resultado e expectativa.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entradas = [4, 5, 6]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esperado = [true, false, true]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ehpar.(entradas) == esperado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Feedback para validar regra formalizada.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Incluir revisão, depuração e reconstrução.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Feedback visual/textual deve orientar interpretação, não apenas corrigir.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Atividades planejadas desenvolvem representação e pensamento de ordem superior.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Testes tornam visível se a regra foi corretamente representada.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• Dedução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3.9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explicar por que uma regra é insuficiente?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Mostre uma regra simples.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Apresente caso que escapa.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Reformule a condição.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nota = 7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falta = 30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aprovado = nota &gt;= 7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Limites da representação e necessidade de contexto.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Reconhecer limites da ferramenta e do modelo.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forma de representação influencia erros, antecipações e reorganizações.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contexto e o tipo de dado influenciam a representação escolhida.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regra parcial mostra que dedução correta pode ser inadequada se o modelo ignorar variáveis.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• Dedução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3.10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avaliar pensamento dedutivo?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regra, aplicação e justificativa.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Observe se há casos de fronteira.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Solicite revisão da regra.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resposta = (regra="n%2==0", caso=14, justificativa="resto zero")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Resposta relacional: regra e justificativa conectadas.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Níveis SOLO ajudam a observar respostas de menor a maior integração.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percurso da tarefa revela mudanças no discurso e na 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Avaliar o percurso de pensamento, não apenas o código final.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avaliação da dedução deve verificar a conexão entre regra geral, caso e explicação.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• Problemas e algoritmos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8229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828800" y="768096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Problemas e algoritmos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828800" y="169164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tarefas em formato de pergunta, com exemplos em Julia/Pluto.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2743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Pergunta-guia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1089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transformar uma situação-problema em algoritmo interpretável?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85800" y="48920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Neste bloco, as tarefas usam Julia e Pluto para transformar conceitos da ementa em ações observáveis: organizar, representar, manipular, interpretar e revisar.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pergunta abre a aula; o código serve para tornar a relação conceitual discutível.</a:t>
            </a:r>
            <a:endParaRPr lang="en-US" sz="8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• Problemas e algoritmos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Qual é o problema antes do algoritmo?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Escreva a pergunta em texto.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Identifique dados de entrada.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Separe o que será calculado.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problema = "calcular media de notas"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entradas = [8.0, 6.0, 7.5]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Formulação do problema antes do código.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Deslocar foco da ferramenta para a tarefa.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resultado final não esgota a aprendizagem do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contexto e o tipo de dado influenciam a representação escolhida.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do algoritmo, há uma situação que precisa ser interpretada e modelada.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• Problemas e algoritmos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representar entrada, processo e saída?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Separe dados, cálculo e resultado.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Discuta cada papel.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Modifique uma entrada.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notas = [8.0, 6.0, 7.5]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media = sum(notas)/length(notas)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media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Processo como organização de dados e relações.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Organizar dados é componente crítico da representação.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Representações ampliam a percepção de propriedades e relações.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Explicitar variáveis, relações e restrições.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estrutura entrada–processo–saída torna visível o caminho de transformação dos dados.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• Problemas e algoritmos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decompor um algoritmo de média?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Calcule soma.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Calcule tamanho.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Divida soma por tamanho.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notas = [8.0, 6.0, 7.5]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soma = sum(notas)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tamanho = length(notas)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media = soma / tamanho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Decomposição torna relações intermediárias visíveis.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Articular código, texto, tabela, gráfico e interpretação.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tarefa deve articular dimensão material e cognitiva.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Níveis SOLO ajudam a observar respostas de menor a maior integração.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Dividir a média em partes evita que a fórmula fique opaca.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• Problemas e algoritmos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4.4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acrescentar uma decisão ao algoritmo?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a média calculada.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Crie uma regra de situação.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Teste notas diferentes.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situacao = media &gt;= 7 ? "aprovado" : "rever"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Regra de ação e interpretação da saída.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análise qualitativa observa invariantes e relações mobilizadas na 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Solicitar explicação do raciocínio desenvolvido.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Transnumeração torna dados interpretáveis em nova forma.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classificação mostra que algoritmos produzem sentidos, não apenas números.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• Problemas e algoritmos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4.5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representar um algoritmo em etapas?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Liste as etapas como strings.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com as células do Pluto.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Reordene se necessário.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etapas = ["ler notas", "somar", "dividir", "classificar"]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Arranjo sequencial de processos.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Organizar dados é componente crítico da representação.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forma de representação influencia erros, antecipações e reorganizações.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Incluir revisão, depuração e reconstrução.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lista de etapas ajuda a perceber ordem, dependência e possibilidade de erro.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• Problemas e algoritmos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um laço executa uma repetição controlada?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Some valores manualmente.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Depois use laço.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as duas estratégias.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soma = 0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for n in notas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soma += n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end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Representação procedural de acumulação.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Listas, tabelas e gráficos comunicam histórias diferentes dos dados.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interação consciente com a forma favorece reflexão conceitual.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Permitir manipulação de parâmetros e comparação de estados.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laço torna visível o processo repetido que funções prontas escondem.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• Problemas e algoritmos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4.7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transformar algoritmo em função?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Receba notas como entrada.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Calcule média internamente.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Devolva a saída.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function calcula_media(notas)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sum(notas) / length(notas)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end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Generalização e encapsulamento de processo.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Avaliar o percurso de pensamento, não apenas o código final.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resultado final não esgota a aprendizagem do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Múltiplas representações indicam modelagem mais bem-sucedida.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função transforma uma sequência de passos em ferramenta reutilizável.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• Problemas e algoritmos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4.8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depurar um algoritmo?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Crie um erro proposital.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Localize a etapa incorreta.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Corrija e explique.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notas = [8, 6, 7]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media_errada = sum(notas) / 2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Erro como indicador de relação mal representada.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forma de representação influencia erros, antecipações e reorganizações.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Incluir revisão, depuração e reconstrução.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Respostas idiossincráticas também revelam modos de pensar.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Depurar é reconstruir a relação entre procedimento e significado.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• Problemas e algoritmos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4.9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testar um algoritmo com casos diversos?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Monte casos simples.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Inclua extremos.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com expectativa.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casos = [[10,10], [0,0], [7,7]]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[calcula_media(c) for c in casos]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Comparação entre soluções e estados.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Permitir manipulação de parâmetros e comparação de estados.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percurso da tarefa revela mudanças no discurso e na 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Atividades planejadas desenvolvem representação e pensamento de ordem superior.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Testar casos mostra se o algoritmo funciona além do exemplo inicial.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• Problemas e algoritmos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4.10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avaliar um algoritmo pedagogicamente?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explicação das etapas.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Observe as relações intermediárias.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Discuta limites da regra.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avaliar = (entrada=true, processo=true, saida=true, justificativa=true)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Avaliar percurso, não apenas resultado.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Avaliar o percurso de pensamento, não apenas o código final.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percurso da tarefa revela mudanças no discurso e na 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Níveis SOLO ajudam a observar respostas de menor a maior integração.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qualidade do algoritmo aparece na clareza com que o estudante explica dados, etapas e decisões.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• Representação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8229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828800" y="768096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Fundamentos da representação de processos e dados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828800" y="169164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tarefas em formato de pergunta, com exemplos em Julia/Pluto.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2743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Pergunta-guia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1089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diferentes representações mudam o que conseguimos perceber nos dados e processos?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85800" y="48920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Neste bloco, as tarefas usam Julia e Pluto para transformar conceitos da ementa em ações observáveis: organizar, representar, manipular, interpretar e revisar.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pergunta abre a aula; o código serve para tornar a relação conceitual discutível.</a:t>
            </a:r>
            <a:endParaRPr lang="en-US" sz="8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• Representação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uma lista representa dados brutos?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Crie dados em lista.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Observe ordem e repetição.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Discuta se a lista conta uma história.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vendas = [3, 5, 2, 5, 4]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Lista como registro inicial de dados.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Listas, tabelas e gráficos comunicam histórias diferentes dos dados.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Múltiplas expressões exibem aspectos distintos do mesmo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Articular código, texto, tabela, gráfico e interpretação.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lista registra valores, mas ainda exige organização para comunicar relações.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• Representação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uma tabela representa relações?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Crie pares nome–valor.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com lista simples.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Interprete cada linha.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produtos = ["A", "B", "C"]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qtd = [3, 5, 2]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collect(zip(produtos, qtd))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Tabela como relação compacta entre variáveis.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Listas, tabelas e gráficos comunicam histórias diferentes dos dados.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Representações ampliam a percepção de propriedades e relações.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Articular código, texto, tabela, gráfico e interpretação.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tabela articula categorias e quantidades, fazendo emergir uma relação entre colunas.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• Representação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um dicionário representa associação?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Mapeie nomes para valores.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Consulte uma chave.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Discuta diferença entre lista e dicionário.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estoque = Dict("A"=&gt;3, "B"=&gt;5, "C"=&gt;2)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estoque["B"]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Associação chave–valor como representação relacional.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Transnumeração torna dados interpretáveis em nova forma.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análise qualitativa observa invariantes e relações mobilizadas na 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Explicitar variáveis, relações e restrições.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dicionário torna explícita uma relação de acesso e significado.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• Representação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5.4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uma matriz representa uma grade?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Crie matriz 2×3.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Acesse linha e coluna.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Interprete posição como relação.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 = [1 2 3; 4 5 6]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M[2,3]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Representação bidimensional e índice.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Representações ampliam a percepção de propriedades e relações.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Organizar dados é componente crítico da representação.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Articular código, texto, tabela, gráfico e interpretação.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matriz evidencia que dados podem ter estrutura espacial, não apenas sequência.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• Representação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5.5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representar processo por estados?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Defina estado inicial.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Aplique mudança.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antes e depois.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estado0 = 10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mudanca = -3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estado1 = estado0 + mudanca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Relação entre estado e transformação.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Múltiplas expressões exibem aspectos distintos do mesmo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Permitir manipulação de parâmetros e comparação de estados.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Transnumeração torna dados interpretáveis em nova forma.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representação de estados ajuda a compreender processos temporais e mudanças.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• Representação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representar frequência?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dados categóricos.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Conte ocorrências.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frequências.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dados = ["sim","nao","sim","sim"]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freq = Dict(x=&gt;count(==(x), dados) for x in unique(dados))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Transnumeração de respostas para frequência.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Transnumeração torna dados interpretáveis em nova forma.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Representações ampliam a percepção de propriedades e relações.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Articular código, texto, tabela, gráfico e interpretação.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Contar frequências transforma dados dispersos em estrutura interpretável.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• Representação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5.7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representar proporção?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Conte total e parte.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Calcule razão.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Interprete percentual.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total = 30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parte = 12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percentual = parte / total * 100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Relação parte–todo e representação percentual.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análise qualitativa observa invariantes e relações mobilizadas na 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Listas, tabelas e gráficos comunicam histórias diferentes dos dados.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Solicitar explicação do raciocínio desenvolvido.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proporção desloca a atenção do número absoluto para a relação entre conjuntos.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• Representação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5.8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escolher a representação adequada?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Mostre os mesmos dados como lista e frequência.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mensagens.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Decida qual comunica melhor.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dados = ["A","B","A","C","A"]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lista = dados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freq = Dict(x=&gt;count(==(x), dados) for x in unique(dados))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representação depende da mensagem dos dados.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Listas, tabelas e gráficos comunicam histórias diferentes dos dados.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Múltiplas expressões exibem aspectos distintos do mesmo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Articular código, texto, tabela, gráfico e interpretação.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Escolher representação é uma decisão conceitual e comunicativa.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• Representação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5.9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representar processo com função composta?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Defina duas etapas.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Aplique em sequência.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Interprete a composição.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dobro(x)=2x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soma1(x)=x+1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resultado = soma1(dobro(5))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Processos compostos e dependência entre etapas.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Explicitar variáveis, relações e restrições.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tarefa deve articular dimensão material e cognitiva.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Níveis SOLO ajudam a observar respostas de menor a maior integração.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composição de funções mostra que processos computacionais podem ser encadeados.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• Representação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5.10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avaliar representações de dados?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duas formas de representar.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o que cada uma mostra.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Relacione com objetivo da tarefa.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formas = ["lista", "tabela", "frequencia"]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Múltiplas representações indicam modelagem mais rica.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Múltiplas representações indicam modelagem mais bem-sucedida.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Representações ampliam a percepção de propriedades e relações.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Avaliar o percurso de pensamento, não apenas o código final.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Avaliar representação é observar adequação, clareza e relações que ela permite perceber.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• Decomposição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8229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828800" y="768096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Técnicas de construção de algoritmos: decomposição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828800" y="169164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tarefas em formato de pergunta, com exemplos em Julia/Pluto.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2743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Pergunta-guia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1089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dividir um problema em partes que preservam significado?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85800" y="48920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Neste bloco, as tarefas usam Julia e Pluto para transformar conceitos da ementa em ações observáveis: organizar, representar, manipular, interpretar e revisar.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pergunta abre a aula; o código serve para tornar a relação conceitual discutível.</a:t>
            </a:r>
            <a:endParaRPr lang="en-US" sz="8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• Decomposição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que significa decompor um problema?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Escolha um problema simples.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Liste subproblemas.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Associe uma célula do Pluto a cada parte.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partes = ["entrada", "processamento", "decisao", "saida"]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Interação baseada em tarefas e subproblemas.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Explicitar variáveis, relações e restrições.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tarefa deve articular dimensão material e cognitiva.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Organizar dados é componente crítico da representação.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Decompor reduz a opacidade do algoritmo e revela relações intermediárias.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• Decomposição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decompor cálculo de média em relações?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Defina notas.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Calcule soma.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Calcule tamanho.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Calcule média.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notas = [8.0, 6.0, 7.5]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soma = sum(notas)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tamanho = length(notas)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media = soma/tamanho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Arranjo de etapas como representação do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Níveis SOLO ajudam a observar respostas de menor a maior integração.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Representações ampliam a percepção de propriedades e relações.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Articular código, texto, tabela, gráfico e interpretação.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média aparece como relação entre soma e cardinalidade, não como fórmula isolada.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• Decomposição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decompor classificação?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Separe o cálculo da decisão.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Nomeie a regra.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Teste fronteiras.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limite = 7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resultado = media &gt;= limite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situacao = resultado ? "aprovado" : "rever"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Nomeação de critérios e feedback interpretativo.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Feedback visual/textual deve orientar interpretação, não apenas corrigir.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Solicitar explicação do raciocínio desenvolvido.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contexto e o tipo de dado influenciam a representação escolhida.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decisão fica interpretável quando se separam critério, comparação e categoria.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• Decomposição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6.4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decompor uma simulação?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Defina estado inicial.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Defina taxa.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Defina tempo.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Calcule resultado.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pop0 = 1000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taxa = 0.05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anos = 10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pop = pop0 * (1+taxa)^anos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Modelização com variáveis explícitas.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Explicitar variáveis, relações e restrições.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Representações ampliam a percepção de propriedades e relações.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Listas, tabelas e gráficos comunicam histórias diferentes dos dados.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variável passa a representar uma escolha do modelo, abrindo espaço para crítica.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• Decomposição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6.5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decompor por funções menores?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Crie função para média.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Crie função para situação.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Combine as duas.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media(notas)=sum(notas)/length(notas)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situacao(m)=m&gt;=7 ? "aprovado" : "rever"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situacao(media([8,6,7]))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Generalização por subfunções.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Avaliar o percurso de pensamento, não apenas o código final.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resultado final não esgota a aprendizagem do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Múltiplas representações indicam modelagem mais bem-sucedida.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Funções menores deixam papéis mais claros e favorecem reutilização.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• Decomposição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decompor um problema de dados?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Separe coletar, organizar e representar.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uma variável para cada etapa.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as saídas.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brutos = ["A","B","A"]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categorias = unique(brutos)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freq = Dict(c=&gt;count(==(c), brutos) for c in categorias)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Organização de dados como parte crítica.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Organizar dados é componente crítico da representação.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forma de representação influencia erros, antecipações e reorganizações.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Articular código, texto, tabela, gráfico e interpretação.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decomposição mostra que representar dados exige seleção, agrupamento e síntese.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• Decomposição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6.7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decompor um erro?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Isole a linha problemática.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Verifique entradas.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Verifique regra.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Reexecute.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entrada = [8, 6, 7]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divisor = 2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media_errada = sum(entrada)/divisor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Erro como indício de relação incorreta.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forma de representação influencia erros, antecipações e reorganizações.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Incluir revisão, depuração e reconstrução.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Respostas idiossincráticas também revelam modos de pensar.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erro deixa de ser falha final e vira pista sobre qual relação foi mal modelada.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• Decomposição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6.8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decompor uma explicação?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que o estudante explique dados, regra e saída.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Registre cada parte.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Analise lacunas.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explicacao = (dados="notas", regra="media", saida="situacao")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Reflexão metaconceitual por partes.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Avaliar o percurso de pensamento, não apenas o código final.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percurso da tarefa revela mudanças no discurso e na 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Níveis SOLO ajudam a observar respostas de menor a maior integração.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Explicações decompostas revelam se o estudante entende cada componente do modelo.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• Decomposição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6.9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decompor tarefas para colaboração?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Atribua papéis: dados, regra, teste.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Combine resultados.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Discuta dependências.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grupo = Dict("dados"=&gt;"Ana", "regra"=&gt;"Joao", "teste"=&gt;"Lia")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Cultura de sala e compartilhamento de ideias.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Orientar adaptação para diferentes contextos educacionais.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interação consciente com a forma favorece reflexão conceitual.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Atividades planejadas desenvolvem representação e pensamento de ordem superior.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decomposição também organiza o trabalho colaborativo e explicita responsabilidades.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• Decomposição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6.10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avaliar decomposição?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Verifique se há subproblemas com sentido.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Observe dependências.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recomposição do resultado.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rubrica = ["partes", "dependencias", "recomposicao"]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Níveis de integração entre partes.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Níveis SOLO ajudam a observar respostas de menor a maior integração.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análise qualitativa observa invariantes e relações mobilizadas na 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Avaliar o percurso de pensamento, não apenas o código final.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boa decomposição não fragmenta aleatoriamente; ela preserva as relações do problema.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• Generalização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8229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828800" y="768096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Técnicas de construção de algoritmos: generalização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828800" y="169164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tarefas em formato de pergunta, com exemplos em Julia/Pluto.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2743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Pergunta-guia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1089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sair de um caso particular para uma regra reutilizável?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85800" y="48920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Neste bloco, as tarefas usam Julia e Pluto para transformar conceitos da ementa em ações observáveis: organizar, representar, manipular, interpretar e revisar.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pergunta abre a aula; o código serve para tornar a relação conceitual discutível.</a:t>
            </a:r>
            <a:endParaRPr lang="en-US" sz="85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• Generalização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reconhecer repetição que pede generalização?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Mostre três cálculos parecidos.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Identifique a parte comum.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Transforme em função.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m1 = (8+6+7)/3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m2 = (5+9+10)/3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Do caso particular à regra.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Múltiplas representações indicam modelagem mais bem-sucedida.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resultado final não esgota a aprendizagem do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Avaliar o percurso de pensamento, não apenas o código final.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Generalizar é perceber uma estrutura comum em diferentes casos.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• Generalização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transformar cálculo em função?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Nomeie a função.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Defina entrada.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Retorne saída.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media(notas) = sum(notas)/length(notas)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media([8,6,7])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Função como representação de relação geral.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Representações ampliam a percepção de propriedades e relações.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Avaliar o percurso de pensamento, não apenas o código final.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Níveis SOLO ajudam a observar respostas de menor a maior integração.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função estabiliza uma regra e permite aplicá-la a novos dados.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• Generalização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generalizar com parâmetros?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Substitua número fixo por parâmetro.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Teste limites diferentes.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classificações.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situacao(media, limite) = media &gt;= limite ? "ok" : "rever"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situacao(6.5, 7)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Parâmetro como forma de flexibilizar modelo.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Permitir manipulação de parâmetros e comparação de estados.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interação consciente com a forma favorece reflexão conceitual.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contexto e o tipo de dado influenciam a representação escolhida.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Parâmetros mostram que um algoritmo pode ser adaptado a contextos diferentes.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• Generalização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7.4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generalizar uma transformação?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Aplique uma regra a vários valores.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broadcasting.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Interprete coleção transformada.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dados = [1,2,3,4]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dobros = dados .* 2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Transnumeração por regra uniforme.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Transnumeração torna dados interpretáveis em nova forma.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Múltiplas expressões exibem aspectos distintos do mesmo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Articular código, texto, tabela, gráfico e interpretação.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generalização aparece quando a mesma relação opera sobre todos os elementos.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• Generalização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7.5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generalizar uma classificação?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Crie lista de médias.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Classifique todas.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saídas.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medias = [4.5, 6.0, 8.0]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status = [situacao(m, 7) for m in medias]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Representação de regra aplicada a conjunto.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Múltiplas representações indicam modelagem mais bem-sucedida.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análise qualitativa observa invariantes e relações mobilizadas na 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Solicitar explicação do raciocínio desenvolvido.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compreensão de lista permite aplicar uma decisão a muitos casos.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• Generalização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generalizar com diferentes tipos de dados?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números inteiros e decimais.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Observe que a função continua válida.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Discuta domínio.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media([8, 6, 7])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media([8.5, 6.0, 7.5])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Domínio de aplicação e flexibilidade.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resultado final não esgota a aprendizagem do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Reconhecer limites da ferramenta e do modelo.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contexto e o tipo de dado influenciam a representação escolhida.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generalização exige discutir para quais dados a regra faz sentido.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• Generalização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7.7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generalizar por composição?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Combine funções menores.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Crie uma função maior.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Teste novos casos.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avaliar(notas) = situacao(media(notas), 7)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avaliar([8,6,7])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Recomposição de submodelos.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Incluir revisão, depuração e reconstrução.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tarefa deve articular dimensão material e cognitiva.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Níveis SOLO ajudam a observar respostas de menor a maior integração.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composição mostra que generalizações podem ser construídas a partir de outras generalizações.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• Generalização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7.8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evitar generalização indevida?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Inclua caso vazio.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Observe erro ou resultado inválido.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Crie tratamento.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notas = []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media(notas) causaria divisão por zero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Limite do modelo e caso de fronteira.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Reconhecer limites da ferramenta e do modelo.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forma de representação influencia erros, antecipações e reorganizações.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Respostas idiossincráticas também revelam modos de pensar.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Nem toda regra geral é válida para todos os casos; generalizar exige explicitar restrições.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• Generalização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7.9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documentar uma generalização?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Escreva a intenção da função.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Indique entrada e saída.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Inclua exemplo.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md"""media(notas): soma valores e divide pela quantidade."""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Linguagem natural como representação da regra.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Múltiplas expressões exibem aspectos distintos do mesmo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Solicitar explicação do raciocínio desenvolvido.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Atividades planejadas desenvolvem representação e pensamento de ordem superior.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Documentar torna a generalização comunicável e revisável.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• Generalização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7.10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avaliar generalização?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novo exemplo.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contraexemplo.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adaptação da regra.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teste = media([10, 0]) == 5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Avaliação por transferência e revisão.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Níveis SOLO ajudam a observar respostas de menor a maior integração.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percurso da tarefa revela mudanças no discurso e na 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Avaliar o percurso de pensamento, não apenas o código final.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generalização é melhor avaliada quando o estudante aplica, limita e adapta a regra.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• Transformação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8229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828800" y="768096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Técnicas de construção de algoritmos: transformação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828800" y="169164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tarefas em formato de pergunta, com exemplos em Julia/Pluto.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2743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Pergunta-guia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1089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uma regra muda dados, representações e interpretações?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85800" y="48920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Neste bloco, as tarefas usam Julia e Pluto para transformar conceitos da ementa em ações observáveis: organizar, representar, manipular, interpretar e revisar.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pergunta abre a aula; o código serve para tornar a relação conceitual discutível.</a:t>
            </a:r>
            <a:endParaRPr lang="en-US" sz="85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• Transformação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transformar unidades?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Crie valores em Celsius.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Aplique fórmula.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escalas.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celsius = [25, 28, 30]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fahrenheit = celsius .* 9/5 .+ 32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Transnumeração entre escalas.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Transnumeração torna dados interpretáveis em nova forma.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Representações ampliam a percepção de propriedades e relações.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Articular código, texto, tabela, gráfico e interpretação.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transformação evidencia que o mesmo fenômeno pode ser representado em diferentes sistemas.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• Transformação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transformar valores em categorias?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médias numéricas.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Classifique cada uma.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Discuta perda e ganho de informação.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medias = [4.5, 6.5, 8.0]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categorias = [m&gt;=7 ? "ok" : "rever" for m in medias]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Mudança de representação quantitativa para qualitativa.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contexto e o tipo de dado influenciam a representação escolhida.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Múltiplas expressões exibem aspectos distintos do mesmo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Solicitar explicação do raciocínio desenvolvido.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Categorizar simplifica a leitura, mas pode esconder nuances dos dados.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• Transformação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transformar dados brutos em frequência?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Conte ocorrências.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Crie dicionário.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Interprete a distribuição.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dados = ["A","B","A","C","A"]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freq = Dict(x=&gt;count(==(x), dados) for x in unique(dados))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Organização e síntese de dados.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Organizar dados é componente crítico da representação.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Representações ampliam a percepção de propriedades e relações.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Articular código, texto, tabela, gráfico e interpretação.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Frequência transforma respostas individuais em padrão coletivo.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• Transformação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8.4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transformar uma lista filtrando valores?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Defina critério.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Selecione elementos.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Discuta o que ficou fora.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notas = [4, 6, 8, 9]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altas = [n for n in notas if n &gt;= 7]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Filtragem como interação baseada em tarefa.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Explicitar variáveis, relações e restrições.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análise qualitativa observa invariantes e relações mobilizadas na 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Listas, tabelas e gráficos comunicam histórias diferentes dos dados.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Filtrar exige explicitar critério e refletir sobre a parte do conjunto selecionada.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• Transformação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8.5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transformar dados por normalização?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Subtraia o mínimo.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Divida pelo intervalo.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antes e depois.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x = [10, 20, 30]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normalizado = (x .- minimum(x)) ./ (maximum(x)-minimum(x))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Transformação para nova escala interpretativa.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Transnumeração torna dados interpretáveis em nova forma.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Múltiplas expressões exibem aspectos distintos do mesmo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Articular código, texto, tabela, gráfico e interpretação.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Normalizar mostra que dados podem manter ordem relativa mesmo mudando de escala.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• Transformação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transformar forma de representação?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Converta lista para pares.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Depois para dicionário.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acessos.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nomes = ["A","B"]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valores = [10,20]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pares = collect(zip(nomes,valores))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dict = Dict(pares)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Múltiplas representações de uma mesma relação.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Múltiplas representações indicam modelagem mais bem-sucedida.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Representações ampliam a percepção de propriedades e relações.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Articular código, texto, tabela, gráfico e interpretação.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relação nome–valor pode ser vista como tabela, pares ou dicionário, cada qual com um uso.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• Transformação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8.7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transformar processo em pipeline?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Aplique várias operações em sequência.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Nomeie cada etapa.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Interprete o resultado.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dados = [1,2,3,4]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resultado = sum(dados .^ 2)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Composição de transformações.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tarefa deve articular dimensão material e cognitiva.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Incluir revisão, depuração e reconstrução.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Níveis SOLO ajudam a observar respostas de menor a maior integração.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pipeline torna visível que resultados podem surgir de transformações encadeadas.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• Transformação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8.8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transformar texto em dados?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Quebre uma frase.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Conte palavras.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Interprete frequência.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frase = "dados viram modelo"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palavras = split(frase)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length(palavras)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Representação de texto como coleção.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Organizar dados é componente crítico da representação.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Múltiplas expressões exibem aspectos distintos do mesmo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Articular código, texto, tabela, gráfico e interpretação.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Texto também pode ser modelado como dados, aproximando linguagem e computação.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• Transformação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8.9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transformar sem perder sentido?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dado original e transformado.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Identifique informação preservada.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Identifique informação perdida.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original = [1, 2, 3]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transformado = original .&gt; 2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qualidade depende da mensagem dos dados.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Listas, tabelas e gráficos comunicam histórias diferentes dos dados.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resultado final não esgota a aprendizagem do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Reconhecer limites da ferramenta e do modelo.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Transformações devem ser avaliadas pelo que tornam visível e pelo que ocultam.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• Transformação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8.10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avaliar transformação de dados?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regra, antes/depois e interpretação.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Solicite justificativa da escolha.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Analise adequação.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registro = (antes="lista", depois="frequencia", regra="contar")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Transnumeração bem-sucedida depende da interpretação.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Transnumeração torna dados interpretáveis em nova forma.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percurso da tarefa revela mudanças no discurso e na 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Avaliar o percurso de pensamento, não apenas o código final.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Avaliar transformação é verificar se a nova forma ajuda a responder melhor à pergunta.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• Limites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8229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828800" y="768096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Noções dos limites da Computação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828800" y="169164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tarefas em formato de pergunta, com exemplos em Julia/Pluto.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2743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Pergunta-guia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1089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reconhecer o que o modelo calcula e o que ainda exige interpretação humana?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85800" y="48920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Neste bloco, as tarefas usam Julia e Pluto para transformar conceitos da ementa em ações observáveis: organizar, representar, manipular, interpretar e revisar.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pergunta abre a aula; o código serve para tornar a relação conceitual discutível.</a:t>
            </a:r>
            <a:endParaRPr lang="en-US" sz="85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• Limites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computador resolve ou apenas calcula?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Execute uma simulação.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Liste pressupostos.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Discuta interpretação.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pop0 = 1000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taxa = 0.05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anos = 10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pop = pop0 * (1+taxa)^anos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Limite da ferramenta e do modelo.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Reconhecer limites da ferramenta e do modelo.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resultado final não esgota a aprendizagem do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contexto e o tipo de dado influenciam a representação escolhida.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 cálculo correto pode representar mal a realidade se os pressupostos forem inadequados.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• Limites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que acontece quando faltam dados?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Defina variáveis incompletas.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Explique o que não se sabe.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Evite inferência automática sem contexto.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amigos_carlos = 5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amigos_ana = 6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há amigos em comum?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Dados insuficientes e interpretação contextual.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Reconhecer limites da ferramenta e do modelo.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forma de representação influencia erros, antecipações e reorganizações.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contexto e o tipo de dado influenciam a representação escolhida.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Reconhecer insuficiência de dados é parte da competência computacional.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• Limites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a precisão numérica limita a interpretação?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Some decimais.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Observe resultado.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Discuta representação interna.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0.1 + 0.2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(0.1 + 0.2) == 0.3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Representação computacional não é a realidade matemática completa.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Múltiplas expressões exibem aspectos distintos do mesmo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Reconhecer limites da ferramenta e do modelo.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Listas, tabelas e gráficos comunicam histórias diferentes dos dados.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tarefa mostra que números no computador têm representação e limitações próprias.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• Limites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9.4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um modelo pode ignorar variáveis importantes?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Calcule aprovação por média.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Inclua frequência depois.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decisões.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media = 8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frequencia = 60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aprovado = media &gt;= 7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Modelo parcial e risco de conclusão indevida.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Reconhecer limites da ferramenta e do modelo.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resultado final não esgota a aprendizagem do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contexto e o tipo de dado influenciam a representação escolhida.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 algoritmo pode ser coerente internamente e ainda injusto ou incompleto.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• Limites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9.5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uma regra pode gerar viés?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Crie critério simplificado.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Liste quem fica de fora.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Discuta implicações.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corte = 7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notas = [6.9, 7.0, 7.1]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notas .&gt;= corte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Limites éticos de classificações automáticas.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Reconhecer limites da ferramenta e do modelo.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percurso da tarefa revela mudanças no discurso e na 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Listas, tabelas e gráficos comunicam histórias diferentes dos dados.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Classificações exigem reflexão sobre fronteiras, contexto e consequências.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• Limites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reconhecer ambiguidade em linguagem natural?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Escreva uma pergunta ambígua.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Modele duas interpretações.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respostas.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pergunta = "quanto falta?"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falta para 7 ou falta de presença?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Múltiplos sentidos exigem explicitação do contexto.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Múltiplas expressões exibem aspectos distintos do mesmo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Solicitar explicação do raciocínio desenvolvido.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contexto e o tipo de dado influenciam a representação escolhida.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computação exige formalização, mas a formulação do problema é humana e contextual.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• Limites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9.7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um laço pode não terminar?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Mostre condição problemática.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Identifique a ausência de mudança.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Discuta parada.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x = 1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while x &gt; 0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    x += 1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end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Limite operacional: necessidade de condição de parada.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Reconhecer limites da ferramenta e do modelo.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forma de representação influencia erros, antecipações e reorganizações.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Níveis SOLO ajudam a observar respostas de menor a maior integração.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Algoritmos precisam de critérios claros de término e segurança.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• Limites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9.8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avaliar a adequação de uma representação?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duas formas de saída.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Pergunte qual responde melhor.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Explique escolha.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dados = [1,1,2,3,5,8]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media = sum(dados)/length(dados)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maximo = maximum(dados)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representação deve contar a história adequada dos dados.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Listas, tabelas e gráficos comunicam histórias diferentes dos dados.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Representações ampliam a percepção de propriedades e relações.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Articular código, texto, tabela, gráfico e interpretação.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saída adequada depende da pergunta; média, máximo e distribuição contam histórias diferentes.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• Limites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9.9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discutir limites com a turma?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pressupostos.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variáveis ignoradas.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consequências de uso.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limites = ["dados incompletos", "regra simplificada", "contexto ignorado"]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Reflexão metaconceitual e crítica do modelo.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Avaliar o percurso de pensamento, não apenas o código final.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percurso da tarefa revela mudanças no discurso e na 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Atividades planejadas desenvolvem representação e pensamento de ordem superior.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Discutir limites transforma o código em objeto de reflexão pedagógica e ética.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• Limites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9.10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avaliar noções de limites da Computação?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que o estudante diga o que o código faz.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o que ele não faz.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como melhoraria o modelo.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avaliacao = (faz="calcula", nao_faz="julga contexto", melhorar="incluir variaveis")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Avaliação por consciência dos pressupostos.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Reconhecer limites da ferramenta e do modelo.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resultado final não esgota a aprendizagem do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Níveis SOLO ajudam a observar respostas de menor a maior integração.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aprendizagem aparece quando o estudante diferencia cálculo, modelo, realidade e decisão humana.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Referências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71323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Referências mobilizadas nos critérios qualitativos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85800" y="1508760"/>
            <a:ext cx="530352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2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 (2012): representações visuais, interação, feedback e consciência metaconceitual.</a:t>
            </a:r>
            <a:endParaRPr lang="en-US" sz="1250" dirty="0"/>
          </a:p>
          <a:p>
            <a:r>
              <a:rPr lang="en-US" sz="12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 et al. (2010): suporte diagramático, múltiplas representações e reorganização da ação.</a:t>
            </a:r>
            <a:endParaRPr lang="en-US" sz="1250" dirty="0"/>
          </a:p>
          <a:p>
            <a:r>
              <a:rPr lang="en-US" sz="12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 GT Julia + Pluto: critérios de representação, manipulação, feedback, investigação e limites.</a:t>
            </a:r>
            <a:endParaRPr lang="en-US" sz="1250" dirty="0"/>
          </a:p>
          <a:p>
            <a:r>
              <a:rPr lang="en-US" sz="12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 (2006): organização de dados, transnumeração, múltiplas representações e níveis SOLO.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172200" y="1508760"/>
            <a:ext cx="530352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2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Sedig &amp; Sumner (2006): interação com representações visuais, investigação, busca, filtragem e rearranjo.</a:t>
            </a:r>
            <a:endParaRPr lang="en-US" sz="1250" dirty="0"/>
          </a:p>
          <a:p>
            <a:r>
              <a:rPr lang="en-US" sz="12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Goldin &amp; Kaput (1996): representações no aprender e fazer matemática.</a:t>
            </a:r>
            <a:endParaRPr lang="en-US" sz="1250" dirty="0"/>
          </a:p>
          <a:p>
            <a:r>
              <a:rPr lang="en-US" sz="12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Vergnaud (1986; 1998): campos conceituais e relação entre situação, representação e invariantes.</a:t>
            </a:r>
            <a:endParaRPr lang="en-US" sz="1250" dirty="0"/>
          </a:p>
          <a:p>
            <a:r>
              <a:rPr lang="en-US" sz="12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Hatano (1997): modelagem como atividade de compreensão e custo cognitivo da investigação.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5800" y="521208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Síntese: a avaliação deve observar o percurso — como o estudante organiza dados, escolhe representações, manipula parâmetros, interpreta saídas e reconhece limites.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102</Slides>
  <Notes>102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102</vt:i4>
      </vt:variant>
    </vt:vector>
  </HeadingPairs>
  <TitlesOfParts>
    <vt:vector size="10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</vt:vector>
  </TitlesOfParts>
  <Company>PROFCOMP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por perguntas — Julia + Pluto</dc:title>
  <dc:subject>Julia e Pluto para Pensamento Computacional — PROFCOMP</dc:subject>
  <dc:creator>OpenAI</dc:creator>
  <cp:lastModifiedBy>OpenAI</cp:lastModifiedBy>
  <cp:revision>1</cp:revision>
  <dcterms:created xsi:type="dcterms:W3CDTF">2026-06-04T19:39:33Z</dcterms:created>
  <dcterms:modified xsi:type="dcterms:W3CDTF">2026-06-04T19:39:33Z</dcterms:modified>
</cp:coreProperties>
</file>