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24"/>
    <p:sldId id="265" r:id="rId11"/>
    <p:sldId id="266" r:id="rId12"/>
    <p:sldId id="274" r:id="rId25"/>
    <p:sldId id="267" r:id="rId13"/>
    <p:sldId id="275" r:id="rId26"/>
    <p:sldId id="268" r:id="rId14"/>
    <p:sldId id="276" r:id="rId27"/>
    <p:sldId id="269" r:id="rId15"/>
    <p:sldId id="277" r:id="rId28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8 DE 15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regra muda dados, representações e interpretações?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728216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transformação como técnica de construção de algoritmos.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386584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unidades, categorias e formas de representação de um dado.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3044952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 pipeline: várias transformações em sequência.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89320" y="1810512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8932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1728216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e normalizar dados como formas de transformação.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89320" y="2468880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893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2386584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se uma transformação preserva o sentido original do dado.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89320" y="3127248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8932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3044952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8 em Julia/Pluto.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56235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562356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de 15 · 2 horas · Técnicas de Construção de Algoritmos: Transformação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transformação?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solução de um problema para resolver outro, por meio de uma transformação entre eles.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significar reuso, refinamento, evolução ou redução de uma solução existente.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56832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uma lista de valores em um dicionário de frequências.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dados (subtrair o mínimo, dividir pelo intervalo) para comparar escalas diferentes.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39496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9EDF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539496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transformação deve ser avaliada: o dado transformado ainda representa a mesma coisa?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 em cadeia: o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várias transformações em sequência, cada uma nomeada por sua função.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texto → palavras → contagem → frequência → interpretação.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56832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e depois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compare o dado original e o transformado.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o que se ganhou e o que se perdeu na transformação.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39496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9EDF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539496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transformação e transnumeração.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7 ao Bloco 8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vimos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7: generalização — soluções reutilizáveis em outros contextos.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56832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9: limites da computação — o que nenhum algoritmo pode resolver.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4498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8 de 15.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863840" y="100584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0" b="1" dirty="0">
                <a:solidFill>
                  <a:srgbClr val="1B3A5C">
                    <a:alpha val="5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construção de algoritmos: transformação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tarefas em formato de pergunta, com exemplos em Julia/Pluto.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138160" cy="1417320"/>
          </a:xfrm>
          <a:prstGeom prst="roundRect">
            <a:avLst>
              <a:gd name="adj" fmla="val 5806"/>
            </a:avLst>
          </a:prstGeom>
          <a:solidFill>
            <a:srgbClr val="17304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3317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regra muda dados, representações e interpretações?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unidades?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valores em Celsius.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fórmula.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escalas.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celsius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fahrenheit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celsius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.*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.+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entre escalas.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transformação evidencia que o mesmo fenômeno pode ser representado em diferentes sistemas.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valores em categorias?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médias numéricas.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 cada uma.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perda e ganho de informação.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"ok"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"rever"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representação quantitativa para qualitativa.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Categorizar simplifica a leitura, mas pode esconder nuances dos dados.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dados brutos em frequência?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ocorrências.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dicionário.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a distribuição.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(==(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síntese de dados.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transforma respostas individuais em padrão coletivo.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uma lista filtrando valores?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critério.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elementos.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o que ficou fora.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como interação baseada em tarefa.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exige explicitar critério e refletir sobre a parte do conjunto selecionada.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dados por normalização?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Subtraia o mínimo.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pelo intervalo.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antes e depois.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normalizado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.-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)-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para nova escala interpretativa.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mostra que dados podem manter ordem relativa mesmo mudando de escala.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forma de representação?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Converta lista para pares.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para dicionário.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acessos.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de uma mesma relação.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relação nome–valor pode ser vista como tabela, pares ou dicionário, cada qual com um uso.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processo em pipeline?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várias operações em sequência.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cada etapa.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o resultado.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.^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de transformações.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deve articular dimensão material e cognitiva.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revisão, depuração e reconstrução.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torna visível que resultados podem surgir de transformações encadeadas.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texto em dados?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Quebre uma frase.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palavras.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frequência.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frase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"dados viram modelo"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frase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de texto como coleção.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também pode ser modelado como dados, aproximando linguagem e computação.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sem perder sentido?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dado original e transformado.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informação preservada.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informação perdida.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transformado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.&gt;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depende da mensagem dos dados.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Transformações devem ser avaliadas pelo que tornam visível e pelo que ocultam.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transformação de dados?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regra, antes/depois e interpretação.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Solicite justificativa da escolha.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adequação.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depois="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frequencia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regra="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contar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bem-sucedida depende da interpretação.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transformação é verificar se a nova forma ajuda a responder melhor à pergunta.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Transformação: a mesma ideia, novas formas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 é reaproveitar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15568" y="2057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usa a solução de um problema para resolver outro — por reuso, refinamento, evolução ou redução.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encadeiam etapas nomeadas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15568" y="29535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transformação é nomeada por sua função; sempre comparando o dado antes e depois da mudança.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é obrigatório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15568" y="384962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transformação deve responder: o dado transformado ainda representa a mesma coisa que o original?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654296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4928616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047488"/>
            <a:ext cx="26517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08760" y="48371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 — AULA 9 de 15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508760" y="51114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da Computação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 ·  Bloco 8 · Tarefa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dados brutos em frequência?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["A","B","A","C","A"]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= Dict(x=&gt;count(==(x), dados) for x in unique(dados))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"A", "C", "A"]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"C"]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count(==(x), 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"A" → 3 ocorrências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 = "B"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 = "C"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 =&gt; 3, "B" =&gt; 1, "C" =&gt; 1}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 ·  Bloco 8 · Tarefa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dados por normalização?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[10, 20, 30]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normalizado = (x .- minimum(x)) ./ (maximum(x)-minimum(x))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minimum(x)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.- minimum(x)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10, 20]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maximum(x) − minimum(x)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30 − 10 = 20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[0.0, 0.5, 1.0]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 ·  Bloco 8 · Tarefa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forma de representação?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3106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3106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16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 = ["A","B"]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 = [10,20]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pares = collect(zip(nomes,valores))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 = Dict(pares)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73680"/>
            <a:ext cx="11185855" cy="37642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773680"/>
            <a:ext cx="54864" cy="37642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65120"/>
            <a:ext cx="10728655" cy="3581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associa nomes e valores, posição a posição: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("A", 10)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("B", 20)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pares = [("A", 10), ("B", 20)]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Dict(pares)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 =&gt; 10, "B" =&gt; 20}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 ·  Bloco 8 · Tarefa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processo em pipeline?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[1,2,3,4]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sum(dados .^ 2)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.^ 2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4, 9, 16]  (cada elemento elevado ao quadrado)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+ 4 + 9 + 16 = 30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 ·  Bloco 8 · Tarefa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texto em dados?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frase = "dados viram modelo"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palavras = split(frase)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length(palavras)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frase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"dados viram modelo"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["dados", "viram", "modelo"]  (quebra a frase nos espaços)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palavras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["dados", "viram", "modelo"]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2026-08-21T00:44:31Z</dcterms:created>
  <dcterms:modified xsi:type="dcterms:W3CDTF">2026-08-21T00:44:31Z</dcterms:modified>
</cp:coreProperties>
</file>