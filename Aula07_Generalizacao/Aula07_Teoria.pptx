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8463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7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Generalização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sair de um caso particular para uma regra reutilizável?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de 15  ·  2 horas  ·  Técnicas de Construção de Algoritmos: Generalização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generalização como técnica de construção de algoritmos.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7738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4536338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8"/>
          <p:cNvSpPr/>
          <p:nvPr/>
        </p:nvSpPr>
        <p:spPr>
          <a:xfrm>
            <a:off x="453633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6338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repetições que indicam a necessidade de generalizar.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6877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6877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6877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um cálculo fixo em uma função com parâmetros.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os limites de uma generalização (quando ela deixa de valer).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07738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6338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36338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36338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o que uma função generalizada espera e devolve.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6877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26" name="Text 24"/>
          <p:cNvSpPr/>
          <p:nvPr/>
        </p:nvSpPr>
        <p:spPr>
          <a:xfrm>
            <a:off x="8386877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6877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7 em Julia/Pluto.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27608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de 15  ·  2 horas  ·  Técnicas de Construção de Algoritmos: Generalização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generalização?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uma solução mais genérica a partir de outra mais específica.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nova solução passa a funcionar em outros contextos, não só no caso original.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“dobro(4) = 8” fixo para uma função dobro(x) = 2x que funciona para qualquer x.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um número fixo por um parâmetro é o movimento central da generalização.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Generalizar exige testar os limites: para quais entradas a função continua fazendo sentido?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Generalizar sem perder o sentido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Risco: generalização indevida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pode “funcionar” só por acaso em poucos casos testados.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inclua um caso vazio ou extremo para verificar o limite da regra.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a função pela ação que ela representa, não pelo caso original.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entrada e saída esperadas.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qualitativo recorrente: generalização e reflexão sobre limites do modelo.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ENTRE AULAS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6 ao Bloco 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VIMOS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6: Decomposição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o problema em partes menores.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2880360"/>
            <a:ext cx="1493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42455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2" name="Shape 10"/>
          <p:cNvSpPr/>
          <p:nvPr/>
        </p:nvSpPr>
        <p:spPr>
          <a:xfrm>
            <a:off x="7162495" y="214884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716249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48295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8295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8: Transformação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62495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Reaproveitar soluções para novos problemas.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7 de 15.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88720" cy="11887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74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• Generalização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Construção de Algoritmos: Generalização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C355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sair de um caso particular para uma regra reutilizável?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1663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1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repetição que pede generalização?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três cálculos parecidos.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 parte comum.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em função.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caso particular à regra.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múltiplas representações indicam modelagem mais bem-sucedida.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resultado final não esgota a aprendizagem do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 é perceber uma estrutura comum em diferentes casos.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2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cálculo em função?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a função.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entrada.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Retorne saída.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como representação de relação geral.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avaliar o percurso de pensamento, não apenas o código final.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estabiliza uma regra e permite aplicá-la a novos dados.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3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com parâmetros?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número fixo por parâmetro.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limites diferentes.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classificações.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como forma de flexibilizar modelo.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permitir manipulação de parâmetros e comparação de estados.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interação consciente com a forma favorece reflexão conceitual.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o contexto e o tipo de dado influenciam a representação escolhida.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mostram que um algoritmo pode ser adaptado a contextos diferentes.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4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uma transformação?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uma regra a vários valores.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broadcasting.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coleção transformada.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por regra uniforme.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transnumeração torna dados interpretáveis em nova forma.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generalização aparece quando a mesma relação opera sobre todos os elementos.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5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uma classificação?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lista de médias.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todas.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saídas.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regra aplicada a conjunto.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múltiplas representações indicam modelagem mais bem-sucedida.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solicitar explicação do raciocínio desenvolvido.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compreensão de lista permite aplicar uma decisão a muitos casos.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6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com diferentes tipos de dados?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números inteiros e decimais.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que a função continua válida.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domínio.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de aplicação e flexibilidade.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resultado final não esgota a aprendizagem do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reconhecer limites da ferramenta e do modelo.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o contexto e o tipo de dado influenciam a representação escolhida.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generalização exige discutir para quais dados a regra faz sentido.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7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por composição?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funções menores.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função maior.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novos casos.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Recomposição de submodelos.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incluir revisão, depuração e reconstrução.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tarefa deve articular dimensão material e cognitiva.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composição mostra que generalizações podem ser construídas a partir de outras generalizações.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8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evitar generalização indevida?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caso vazio.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erro ou resultado inválido.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tratamento.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7F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media(notas) causaria divisão por zero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do modelo e caso de fronteira.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reconhecer limites da ferramenta e do modelo.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forma de representação influencia erros, antecipações e reorganizações.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respostas idiossincráticas também revelam modos de pensar.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regra geral é válida para todos os casos; generalizar exige explicitar restrições.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9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documentar uma generalização?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intenção da função.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entrada e saída.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exemplo.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"media(notas): soma valores e divide pela quantidade."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como representação da regra.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solicitar explicação do raciocínio desenvolvido.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atividades planejadas desenvolvem representação e pensamento de ordem superior.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torna a generalização comunicável e revisável.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10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generalização?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novo exemplo.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contraexemplo.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adaptação da regra.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por transferência e revisão.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percurso da tarefa revela mudanças no discurso e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generalização é melhor avaliada quando o estudante aplica, limita e adapta a regra.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DE 15 · 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7295" cy="2148840"/>
          </a:xfrm>
          <a:prstGeom prst="roundRect">
            <a:avLst>
              <a:gd name="adj" fmla="val 3404"/>
            </a:avLst>
          </a:prstGeom>
          <a:solidFill>
            <a:srgbClr val="1C35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 exige testar os limites: para quais entradas a função continua fazendo sentido?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generalização e reflexão sobre limites do modelo.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sair de um caso particular para uma regra reutilizável?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1127729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62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45262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8: Transformação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7 - Generalização</dc:title>
  <dc:subject>PptxGenJS Presentation</dc:subject>
  <dc:creator>PROFCOMP</dc:creator>
  <cp:lastModifiedBy>PROFCOMP</cp:lastModifiedBy>
  <cp:revision>1</cp:revision>
  <dcterms:created xsi:type="dcterms:W3CDTF">2026-08-21T00:42:43Z</dcterms:created>
  <dcterms:modified xsi:type="dcterms:W3CDTF">2026-08-21T00:42:43Z</dcterms:modified>
</cp:coreProperties>
</file>