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48463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6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Decomposição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dividir um problema em partes que preservam significado?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de 15  ·  2 horas  ·  Técnicas de Construção de Algoritmos: Decomposição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decomposição como técnica de construção de algoritmos.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7738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36338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633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6338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um problema complexo em subproblemas menores e resolúveis.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86877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8687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6877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decomposição em cálculos, classificações e simulações.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as soluções dos subproblemas na solução do problema original.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7738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36338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6338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6338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decomposição para isolar e corrigir erros.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86877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86877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6877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6 em Julia/Pluto.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2760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de 15  ·  2 horas  ·  Técnicas de Construção de Algoritmos: Decomposição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decomposição?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um problema complexo em problemas menores, mais simples de resolver.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considerada a técnica mais importante para solucionar problemas em Computação.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média de uma turma: decompor em “somar as notas” + “contar os alunos” + “dividir”.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pode virar uma função independente.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do problema original é a combinação das soluções dos subproblemas.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Decompor também é uma ferramenta de depuração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Isolar o erro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decompor, cada parte pode ser testada separadamente.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fica mais fácil de localizar quando o problema já está dividido.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permite dividir tarefas entre pessoas: dados, regra, teste.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é combinada ao final em uma solução única.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qualitativo recorrente: decomposição e reflexão metaconceitual.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ENTRE AULAS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5 ao Bloco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VIMOS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5: Representação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estrutura certa para os dados.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880360"/>
            <a:ext cx="1493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42455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62495" y="214884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6249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48295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8295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7: Generalização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62495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soluções reutilizáveis.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6 de 15.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88720" cy="11887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• Decomposição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Construção de Algoritmos: Decomposição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dividir um problema em partes que preservam significado?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1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significa decompor um problema?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problema simples.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subproblemas.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 uma célula do Pluto a cada parte.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"entrada"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"processamento"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"decisao"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"saida"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baseada em tarefas e subproblemas.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Decompor reduz a opacidade do algoritmo e revela relações intermediárias.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2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cálculo de média em relações?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notas.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soma.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tamanho.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média.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de etapas como representação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aparece como relação entre soma e cardinalidade, não como fórmula isolada.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3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classificação?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cálculo da decisão.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 regra.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fronteiras.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"aprovado"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Nomeação de critérios e feedback interpretativo.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fica interpretável quando se separam critério, comparação e categoria.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4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uma simulação?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estado inicial.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taxa.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tempo.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resultado.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Modelização com variáveis explícitas.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variável passa a representar uma escolha do modelo, abrindo espaço para crítica.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5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por funções menores?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função para média.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função para situação.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as duas.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"aprovado"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por subfunções.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menores deixam papéis mais claros e favorecem reutilização.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6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 problema de dados?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coletar, organizar e representar.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uma variável para cada etapa.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 saídas.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brutos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dados como parte crítica.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decomposição mostra que representar dados exige seleção, agrupamento e síntese.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7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 erro?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 a linha problemática.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entradas.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regra.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Reexecute.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media_errada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como indício de relação incorreta.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deixa de ser falha final e vira pista sobre qual relação foi mal modelada.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8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uma explicação?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o estudante explique dados, regra e saída.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cada parte.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lacunas.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"situacao"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metaconceitual por partes.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Explicações decompostas revelam se o estudante entende cada componente do modelo.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9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tarefas para colaboração?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Atribua papéis: dados, regra, teste.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resultados.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dependências.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"dados"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"teste"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sala e compartilhamento de ideias.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 adaptação para diferentes contextos educacionais.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interação consciente com a forma favorece reflexão conceitual.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decomposição também organiza o trabalho colaborativo e explicita responsabilidades.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10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decomposição?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há subproblemas com sentido.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dependências.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recomposição do resultado.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"partes"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"dependencias"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"recomposicao"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integração entre partes.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 decomposição não fragmenta aleatoriamente; ela preserva as relações do problema.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DE 15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2148840"/>
          </a:xfrm>
          <a:prstGeom prst="roundRect">
            <a:avLst>
              <a:gd name="adj" fmla="val 3404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6596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do problema original é a combinação das soluções dos subproblemas.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decomposição e reflexão metaconceitual.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dividir um problema em partes que preservam significado?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62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45262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7: Generalização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6 - Decomposição</dc:title>
  <dc:subject>PptxGenJS Presentation</dc:subject>
  <dc:creator>PROFCOMP</dc:creator>
  <cp:lastModifiedBy>PROFCOMP</cp:lastModifiedBy>
  <cp:revision>1</cp:revision>
  <dcterms:created xsi:type="dcterms:W3CDTF">2026-08-21T00:42:43Z</dcterms:created>
  <dcterms:modified xsi:type="dcterms:W3CDTF">2026-08-21T00:42:43Z</dcterms:modified>
</cp:coreProperties>
</file>