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24"/>
    <p:sldId id="264" r:id="rId10"/>
    <p:sldId id="265" r:id="rId11"/>
    <p:sldId id="266" r:id="rId12"/>
    <p:sldId id="274" r:id="rId25"/>
    <p:sldId id="267" r:id="rId13"/>
    <p:sldId id="275" r:id="rId26"/>
    <p:sldId id="268" r:id="rId14"/>
    <p:sldId id="276" r:id="rId27"/>
    <p:sldId id="269" r:id="rId15"/>
    <p:sldId id="270" r:id="rId16"/>
    <p:sldId id="277" r:id="rId28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  <Relationship Id="rId28" Type="http://schemas.openxmlformats.org/officeDocument/2006/relationships/slide" Target="slides/slide22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846320"/>
            <a:ext cx="3291840" cy="329184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9659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6 DE 15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423160"/>
            <a:ext cx="112772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Decomposição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457200" y="402336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E7EC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dividir um problema em partes que preservam significado?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57200" y="61722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de 15  ·  2 horas  ·  Técnicas de Construção de Algoritmos: Decomposição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decomposição como técnica de construção de algoritmos.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07738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36338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36338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36338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um problema complexo em subproblemas menores e resolúveis.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58277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386877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386877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86877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decomposição em cálculos, classificações e simulações.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as soluções dos subproblemas na solução do problema original.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07738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36338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36338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36338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decomposição para isolar e corrigir erros.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58277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386877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386877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86877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6 em Julia/Pluto.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527608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de 15  ·  2 horas  ·  Técnicas de Construção de Algoritmos: Decomposição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decomposição?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um problema complexo em problemas menores, mais simples de resolver.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considerada a técnica mais importante para solucionar problemas em Computação.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98768" y="1920240"/>
            <a:ext cx="502920" cy="502920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9876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38848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98768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a média de uma turma: decompor em “somar as notas” + “contar os alunos” + “dividir”.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subproblema pode virar uma função independente.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51206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 do problema original é a combinação das soluções dos subproblemas.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PRÁTICA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Decompor também é uma ferramenta de depuração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Isolar o erro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decompor, cada parte pode ser testada separadamente.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erro fica mais fácil de localizar quando o problema já está dividido.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98768" y="1920240"/>
            <a:ext cx="502920" cy="502920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9876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38848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Colaboração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98768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permite dividir tarefas entre pessoas: dados, regra, teste.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parte é combinada ao final em uma solução única.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51206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qualitativo recorrente: decomposição e reflexão metaconceitual.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ENTRE AULAS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Bloco 5 ao Bloco 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4892040" cy="27432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21488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VIMOS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63040" y="2450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5: Representação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246120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a estrutura certa para os dados.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49240" y="2880360"/>
            <a:ext cx="1493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842455" y="1828800"/>
            <a:ext cx="4892040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162495" y="214884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62495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48295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48295" y="2450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7: Generalização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62495" y="3246120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soluções reutilizáveis.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6 de 15.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1188720" cy="11887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8229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87452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• Decomposição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2801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Técnicas de Construção de Algoritmos: Decomposição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11277295" cy="1417320"/>
          </a:xfrm>
          <a:prstGeom prst="roundRect">
            <a:avLst>
              <a:gd name="adj" fmla="val 5161"/>
            </a:avLst>
          </a:prstGeom>
          <a:solidFill>
            <a:srgbClr val="1C355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dividir um problema em partes que preservam significado?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tarefas em formato de pergunta, com exemplos em Julia/Pluto.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1663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1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significa decompor um problema?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 problema simples.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subproblemas.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Associe uma célula do Pluto a cada parte.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"entrada"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"processamento"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"decisao"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"saida"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Interação baseada em tarefas e subproblemas.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variáveis, relações e restrições.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 deve articular dimensão material e cognitiva.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dados é componente crítico da representação.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Decompor reduz a opacidade do algoritmo e revela relações intermediárias.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2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cálculo de média em relações?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notas.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soma.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tamanho.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média.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7.5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Arranjo de etapas como representação do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média aparece como relação entre soma e cardinalidade, não como fórmula isolada.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3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classificação?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cálculo da decisão.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Nomeie a regra.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fronteiras.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"aprovado"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"rever"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Nomeação de critérios e feedback interpretativo.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visual/textual deve orientar interpretação, não apenas corrigir.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fica interpretável quando se separam critério, comparação e categoria.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4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uma simulação?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estado inicial.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taxa.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tempo.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resultado.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Modelização com variáveis explícitas.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variáveis, relações e restrições.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variável passa a representar uma escolha do modelo, abrindo espaço para crítica.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5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por funções menores?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função para média.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função para situação.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as duas.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"aprovado"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"rever"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Generalização por subfunções.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Funções menores deixam papéis mais claros e favorecem reutilização.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6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um problema de dados?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coletar, organizar e representar.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uma variável para cada etapa.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as saídas.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brutos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de dados como parte crítica.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dados é componente crítico da representação.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representação influencia erros, antecipações e reorganizações.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decomposição mostra que representar dados exige seleção, agrupamento e síntese.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7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um erro?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 a linha problemática.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entradas.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regra.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Reexecute.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media_errada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como indício de relação incorreta.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representação influencia erros, antecipações e reorganizações.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revisão, depuração e reconstrução.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idiossincráticas também revelam modos de pensar.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deixa de ser falha final e vira pista sobre qual relação foi mal modelada.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8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uma explicação?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que o estudante explique dados, regra e saída.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cada parte.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 lacunas.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"notas"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"media"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saida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"situacao"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Reflexão metaconceitual por partes.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Explicações decompostas revelam se o estudante entende cada componente do modelo.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9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tarefas para colaboração?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Atribua papéis: dados, regra, teste.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resultados.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dependências.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"dados"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"regra"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"Joao"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"teste"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"Lia"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 de sala e compartilhamento de ideias.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Orientar adaptação para diferentes contextos educacionais.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interação consciente com a forma favorece reflexão conceitual.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planejadas desenvolvem representação e pensamento de ordem superior.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decomposição também organiza o trabalho colaborativo e explicita responsabilidades.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6 · TAREFA 10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decomposição?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há subproblemas com sentido.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dependências.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recomposição do resultado.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"partes"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"dependencias"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"recomposicao"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de integração entre partes.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qualitativa observa invariantes e relações mobilizadas na 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 decomposição não fragmenta aleatoriamente; ela preserva as relações do problema.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DE 15 · SÍNTESE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levamos da Aula 6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77295" cy="2148840"/>
          </a:xfrm>
          <a:prstGeom prst="roundRect">
            <a:avLst>
              <a:gd name="adj" fmla="val 3404"/>
            </a:avLst>
          </a:prstGeom>
          <a:solidFill>
            <a:srgbClr val="1C355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do problema original é a combinação das soluções dos subproblemas.</a:t>
            </a:r>
            <a:endParaRPr lang="en-US" sz="15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decomposição e reflexão metaconceitual.</a:t>
            </a:r>
            <a:endParaRPr lang="en-US" sz="15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dividir um problema em partes que preservam significado?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069080"/>
            <a:ext cx="11277295" cy="1051560"/>
          </a:xfrm>
          <a:prstGeom prst="roundRect">
            <a:avLst>
              <a:gd name="adj" fmla="val 6957"/>
            </a:avLst>
          </a:prstGeom>
          <a:solidFill>
            <a:srgbClr val="1E3A5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434340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4462272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508760" y="452628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7: Generalização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 · Decomposição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06  ·  Bloco 6 · Tarefa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decompor cálculo de média em relações?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3106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3106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1164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 = [8.0, 6.0, 7.5]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 = sum(notas)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tamanho = length(notas)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 = soma/tamanho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773680"/>
            <a:ext cx="11185855" cy="37642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773680"/>
            <a:ext cx="54864" cy="37642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865120"/>
            <a:ext cx="10728655" cy="3581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[8.0, 6.0, 7.5]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 = 21.5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tamanho = 3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21.5 / 3 = 7.1666...  (≈ 7,17)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06  ·  Bloco 6 · Tarefa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decompor por funções menores?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media(notas)=sum(notas)/length(notas)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situacao(m)=m&gt;=7 ? "aprovado" : "rever"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situacao(media([8,6,7]))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media(notas)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a regra sum(notas)/length(notas)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situacao(m)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a regra: "aprovado" se m ≥ 7, senão "rever"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media([8,6,7])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sum([8,6,7])/length([8,6,7]) = 21/3 = 7.0  (avaliado primeiro, por estar mais interno)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situacao(7.0)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"aprovado"  (7.0 ≥ 7)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"aprovado"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06  ·  Bloco 6 · Tarefa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decompor um problema de dados?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brutos = ["A","B","A"]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categorias = unique(brutos)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 = Dict(c=&gt;count(==(c), brutos) for c in categorias)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brutos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["A", "B", "A"]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["A", "B"]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["A", "B"]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count(==(c), brutos)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"A" → 2 ocorrências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 = "B" → 1 ocorrência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{"A" =&gt; 2, "B" =&gt; 1}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06  ·  Bloco 6 · Tarefa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decompor um erro?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 = [8, 6, 7]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divisor = 2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media_errada = sum(entrada)/divisor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[8, 6, 7]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sum(entrada)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media_errada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 = 10.5  (o divisor correto seria length(entrada) = 3, não 2)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06  ·  Bloco 6 · Tarefa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decompor tarefas para colaboração?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5676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5676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4213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= Dict("dados"=&gt;"Ana", "regra"=&gt;"Joao", "teste"=&gt;"Lia")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030730"/>
            <a:ext cx="11185855" cy="45072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030730"/>
            <a:ext cx="54864" cy="45072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22170"/>
            <a:ext cx="10728655" cy="43243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Dict(...)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{"dados" =&gt; "Ana", "regra" =&gt; "Joao", "teste" =&gt; "Lia"}  (ordem de impressão pode variar)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6 - Decomposição</dc:title>
  <dc:subject>PptxGenJS Presentation</dc:subject>
  <dc:creator>PROFCOMP</dc:creator>
  <cp:lastModifiedBy>PROFCOMP</cp:lastModifiedBy>
  <cp:revision>1</cp:revision>
  <dcterms:created xsi:type="dcterms:W3CDTF">2026-08-21T00:42:43Z</dcterms:created>
  <dcterms:modified xsi:type="dcterms:W3CDTF">2026-08-21T00:42:43Z</dcterms:modified>
</cp:coreProperties>
</file>