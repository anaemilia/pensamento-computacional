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65" r:id="rId11"/>
    <p:sldId id="266" r:id="rId12"/>
    <p:sldId id="274" r:id="rId25"/>
    <p:sldId id="267" r:id="rId13"/>
    <p:sldId id="275" r:id="rId26"/>
    <p:sldId id="268" r:id="rId14"/>
    <p:sldId id="276" r:id="rId27"/>
    <p:sldId id="269" r:id="rId15"/>
    <p:sldId id="270" r:id="rId16"/>
    <p:sldId id="277" r:id="rId28"/>
    <p:sldId id="271" r:id="rId17"/>
    <p:sldId id="272" r:id="rId18"/>
    <p:sldId id="278" r:id="rId29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48463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6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dividir um problema em partes que preservam significado?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 ·  2 horas  ·  Técnicas de Construção de Algoritmos: Decomposição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decomposição como técnica de construção de algoritmos.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7738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6338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633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6338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 problema complexo em subproblemas menores e resolúveis.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86877" y="173736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6877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6877" y="228600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decomposição em cálculos, classificações e simulações.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as soluções dos subproblemas na solução do problema original.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07738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36338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6338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6338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decomposição para isolar e corrigir erros.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8277" y="347472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86877" y="3703320"/>
            <a:ext cx="438912" cy="43891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6877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6877" y="425196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6 em Julia/Pluto.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2760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 ·  2 horas  ·  Técnicas de Construção de Algoritmos: Decomposição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decomposição?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 problema complexo em problemas menores, mais simples de resolver.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considerada a técnica mais importante para solucionar problemas em Computação.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média de uma turma: decompor em “somar as notas” + “contar os alunos” + “dividir”.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pode virar uma função independente.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do problema original é a combinação das soluções dos subproblemas.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Decompor também é uma ferramenta de depuração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Isolar o erro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decompor, cada parte pode ser testada separadamente.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fica mais fácil de localizar quando o problema já está dividido.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455768" cy="3246120"/>
          </a:xfrm>
          <a:prstGeom prst="roundRect">
            <a:avLst>
              <a:gd name="adj" fmla="val 2254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8768" y="192024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876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19202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15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permite dividir tarefas entre pessoas: dados, regra, teste.</a:t>
            </a:r>
            <a:endParaRPr lang="en-US" sz="1550" dirty="0"/>
          </a:p>
          <a:p>
            <a:pPr marL="177800" indent="-177800"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é combinada ao final em uma solução única.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qualitativo recorrente: decomposição e reflexão metaconceitual.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ENTRE AULAS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5 ao Bloco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VIMOS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5: Representação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estrutura certa para os dados.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2880360"/>
            <a:ext cx="1493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42455" y="182880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62495" y="214884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249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48295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48295" y="2450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7: Generalização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62495" y="32461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soluções reutilizáveis.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6 de 15.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88720" cy="11887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822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• Decomposição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Decomposição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dividir um problema em partes que preservam significado?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1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significa decompor um problema?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problema simples.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subproblemas.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 uma célula do Pluto a cada parte.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"entrada"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"processamento"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"saida"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baseada em tarefas e subproblemas.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Decompor reduz a opacidade do algoritmo e revela relações intermediárias.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2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cálculo de média em relações?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notas.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soma.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tamanho.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média.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Arranjo de etapas como representação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aparece como relação entre soma e cardinalidade, não como fórmula isolada.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3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classificação?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cálculo da decisão.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regra.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fronteiras.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Nomeação de critérios e feedback interpretativo.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fica interpretável quando se separam critério, comparação e categoria.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4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uma simulação?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estado inicial.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taxa.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tempo.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resultado.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Modelização com variáveis explícitas.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variável passa a representar uma escolha do modelo, abrindo espaço para crítica.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5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por funções menores?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função para média.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função para situação.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as duas.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por subfunções.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menores deixam papéis mais claros e favorecem reutilização.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6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problema de dados?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coletar, organizar e representar.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uma variável para cada etapa.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 saídas.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dados como parte crítica.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mostra que representar dados exige seleção, agrupamento e síntese.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7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 erro?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a linha problemática.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entradas.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regra.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Reexecute.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media_errada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como indício de relação incorreta.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idiossincráticas também revelam modos de pensar.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deixa de ser falha final e vira pista sobre qual relação foi mal modelada.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8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uma explicação?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explique dados, regra e saída.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cada parte.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lacunas.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explicacao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"situacao"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metaconceitual por partes.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Explicações decompostas revelam se o estudante entende cada componente do modelo.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9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decompor tarefas para colaboração?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Atribua papéis: dados, regra, teste.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resultados.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dependências.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"dados"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"regra"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"teste"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"Lia"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sala e compartilhamento de ideias.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adaptação para diferentes contextos educacionais.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interação consciente com a forma favorece reflexão conceitual.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também organiza o trabalho colaborativo e explicita responsabilidades.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TAREFA 10 DE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21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594360"/>
            <a:ext cx="103994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decomposição?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819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há subproblemas com sentido.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dependências.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recomposição do resultado.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1417320"/>
            <a:ext cx="5882335" cy="2011680"/>
          </a:xfrm>
          <a:prstGeom prst="roundRect">
            <a:avLst>
              <a:gd name="adj" fmla="val 3636"/>
            </a:avLst>
          </a:prstGeom>
          <a:solidFill>
            <a:srgbClr val="1223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0" y="1563624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5333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"partes"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"dependencias"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"recomposicao"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EAF2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764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integração entre partes.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3611880"/>
            <a:ext cx="5882335" cy="2743200"/>
          </a:xfrm>
          <a:prstGeom prst="roundRect">
            <a:avLst>
              <a:gd name="adj" fmla="val 2667"/>
            </a:avLst>
          </a:prstGeom>
          <a:solidFill>
            <a:srgbClr val="FCEF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3776472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4160520"/>
            <a:ext cx="53336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 decomposição não fragmenta aleatoriamente; ela preserva as relações do problema.</a:t>
            </a:r>
            <a:endParaRPr lang="en-US" sz="14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15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2148840"/>
          </a:xfrm>
          <a:prstGeom prst="roundRect">
            <a:avLst>
              <a:gd name="adj" fmla="val 3404"/>
            </a:avLst>
          </a:prstGeom>
          <a:solidFill>
            <a:srgbClr val="1C355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do problema original é a combinação das soluções dos subproblemas.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decomposição e reflexão metaconceitual.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dividir um problema em partes que preservam significado?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1127729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462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45262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7: Generalização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cálculo de média em relações?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sum(notas)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soma/tamanho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por funções menores?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media(notas)=sum(notas)/length(notas)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situacao(m)=m&gt;=7 ? "aprovado" : 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situacao(media([8,6,7]))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sum(notas)/length(notas)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"aprovado" se m ≥ 7, senão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sum([8,6,7])/length([8,6,7]) = 21/3 = 7.0  (avaliado primeiro, por estar mais interno)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situacao(7.0)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  (7.0 ≥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problema de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brutos = ["A","B","A"]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 = unique(brutos)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Dict(c=&gt;count(==(c), brutos) for c in categorias)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count(==(c), brutos)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"A" → 2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2, "B"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erro?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= [8, 6,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divisor =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 = sum(entrada)/divisor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sum(entrada)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 = 10.5  (o divisor correto seria length(entrada) = 3, não 2)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tarefas para colaboração?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5676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5676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421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= Dict("dados"=&gt;"Ana", "regra"=&gt;"Joao", "teste"=&gt;"Lia")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30730"/>
            <a:ext cx="11185855" cy="45072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0730"/>
            <a:ext cx="54864" cy="45072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2170"/>
            <a:ext cx="10728655" cy="432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{"dados" =&gt; "Ana", "regra" =&gt; "Joao", "teste" =&gt; "Lia"}  (ordem de impressão pode variar)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Felleisen, M.; Findler, R. B.; Flatt, M.; Krishnamurthi, S. How to Design Programs. The MIT Press, 2001. Disponível em: www.htdp.org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Decomposição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6 - Decomposição</dc:title>
  <dc:subject>PptxGenJS Presentation</dc:subject>
  <dc:creator>PROFCOMP</dc:creator>
  <cp:lastModifiedBy>PROFCOMP</cp:lastModifiedBy>
  <cp:revision>1</cp:revision>
  <dcterms:created xsi:type="dcterms:W3CDTF">2026-08-21T00:42:43Z</dcterms:created>
  <dcterms:modified xsi:type="dcterms:W3CDTF">2026-08-21T00:42:43Z</dcterms:modified>
</cp:coreProperties>
</file>