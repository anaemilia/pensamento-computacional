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3" r:id="rId24"/>
    <p:sldId id="264" r:id="rId10"/>
    <p:sldId id="274" r:id="rId25"/>
    <p:sldId id="265" r:id="rId11"/>
    <p:sldId id="266" r:id="rId12"/>
    <p:sldId id="267" r:id="rId13"/>
    <p:sldId id="275" r:id="rId26"/>
    <p:sldId id="268" r:id="rId14"/>
    <p:sldId id="269" r:id="rId15"/>
    <p:sldId id="276" r:id="rId27"/>
    <p:sldId id="270" r:id="rId16"/>
    <p:sldId id="277" r:id="rId28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  <Relationship Id="rId24" Type="http://schemas.openxmlformats.org/officeDocument/2006/relationships/slide" Target="slides/slide18.xml"/>
  <Relationship Id="rId25" Type="http://schemas.openxmlformats.org/officeDocument/2006/relationships/slide" Target="slides/slide19.xml"/>
  <Relationship Id="rId26" Type="http://schemas.openxmlformats.org/officeDocument/2006/relationships/slide" Target="slides/slide20.xml"/>
  <Relationship Id="rId27" Type="http://schemas.openxmlformats.org/officeDocument/2006/relationships/slide" Target="slides/slide21.xml"/>
  <Relationship Id="rId28" Type="http://schemas.openxmlformats.org/officeDocument/2006/relationships/slide" Target="slides/slide22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840480" cy="3840480"/>
          </a:xfrm>
          <a:prstGeom prst="ellipse">
            <a:avLst/>
          </a:prstGeom>
          <a:solidFill>
            <a:srgbClr val="2C7A8C">
              <a:alpha val="1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332720" y="4846320"/>
            <a:ext cx="3291840" cy="329184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22960" y="914400"/>
            <a:ext cx="868680" cy="86868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1201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9659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· AULA 5 DE 15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2423160"/>
            <a:ext cx="112772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Representação de Processos e Dados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457200" y="402336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E7EC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diferentes representações mudam o que conseguimos perceber nos dados e processos?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457200" y="617220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 de 15  ·  2 horas  ·  Fundamentos da Representação de Processos e Dados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 · OBJETIVOS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esperamos desta aula?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73736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1737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listas, tabelas, dicionários e matrizes como formas de representar dados.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07738" y="150876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36338" y="173736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36338" y="1737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36338" y="228600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representação de processos por estados (antes/depois).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58277" y="150876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386877" y="173736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386877" y="1737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86877" y="228600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Praticar transnumeração: mudar a forma de um dado sem perder seu sentido.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5800" y="370332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3703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425196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a representação adequada para cada tipo de problema.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07738" y="347472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536338" y="370332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536338" y="3703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36338" y="425196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Relacionar frequência e proporção a formas de representar dados.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158277" y="347472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386877" y="370332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386877" y="3703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386877" y="425196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Praticar as 10 tarefas do Bloco 5 em Julia/Pluto.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7200" y="527608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 de 15  ·  2 horas  ·  Fundamentos da Representação de Processos e Dados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 · Representação de Processos e Dados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CENTRAL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a representação importa?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455768" cy="3246120"/>
          </a:xfrm>
          <a:prstGeom prst="roundRect">
            <a:avLst>
              <a:gd name="adj" fmla="val 225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ℹ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1920240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Definição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48156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Representar é escolher uma forma (lista, tabela, gráfico, fórmula) para tornar um dado ou processo interpretável.</a:t>
            </a:r>
            <a:endParaRPr lang="en-US" sz="1550" dirty="0"/>
          </a:p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Diferentes representações do mesmo conceito revelam propriedades diferentes.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278728" y="1600200"/>
            <a:ext cx="5455768" cy="3246120"/>
          </a:xfrm>
          <a:prstGeom prst="roundRect">
            <a:avLst>
              <a:gd name="adj" fmla="val 225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598768" y="1920240"/>
            <a:ext cx="502920" cy="502920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98768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38848" y="1920240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Transnumeração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98768" y="2606040"/>
            <a:ext cx="48156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Mudar a forma de apresentação de um dado o torna interpretável de um novo jeito.</a:t>
            </a:r>
            <a:endParaRPr lang="en-US" sz="1550" dirty="0"/>
          </a:p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transformar uma lista de valores em pares (entrada, saída) revela a relação funcional.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57200" y="5120640"/>
            <a:ext cx="11277295" cy="777240"/>
          </a:xfrm>
          <a:prstGeom prst="roundRect">
            <a:avLst>
              <a:gd name="adj" fmla="val 9412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5120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Representações ampliam a percepção de propriedades e relações do conceito.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 · Representação de Processos e Dados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PRÁTICA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dado simples à estrutura composta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455768" cy="3246120"/>
          </a:xfrm>
          <a:prstGeom prst="roundRect">
            <a:avLst>
              <a:gd name="adj" fmla="val 225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1920240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Coleções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48156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Lista: ordem e índice. Matriz: linhas e colunas — uma grade.</a:t>
            </a:r>
            <a:endParaRPr lang="en-US" sz="1550" dirty="0"/>
          </a:p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Dicionário: associa uma chave a um valor (mapeamento).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278728" y="1600200"/>
            <a:ext cx="5455768" cy="3246120"/>
          </a:xfrm>
          <a:prstGeom prst="roundRect">
            <a:avLst>
              <a:gd name="adj" fmla="val 225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598768" y="1920240"/>
            <a:ext cx="502920" cy="502920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98768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⬡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38848" y="1920240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Escolhendo a estrutura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98768" y="2606040"/>
            <a:ext cx="48156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Pergunte: preciso de ordem? de associação? de agrupamento?</a:t>
            </a:r>
            <a:endParaRPr lang="en-US" sz="1550" dirty="0"/>
          </a:p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informação pode caber em mais de uma estrutura — a escolha muda o que fica fácil de fazer depois.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57200" y="5120640"/>
            <a:ext cx="11277295" cy="777240"/>
          </a:xfrm>
          <a:prstGeom prst="roundRect">
            <a:avLst>
              <a:gd name="adj" fmla="val 9412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5120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 qualitativo recorrente: representação, manipulação, feedback e transnumeração.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 · Representação de Processos e Dados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 ENTRE AULAS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Bloco 4 ao Bloco 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4892040" cy="2743200"/>
          </a:xfrm>
          <a:prstGeom prst="roundRect">
            <a:avLst>
              <a:gd name="adj" fmla="val 2667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214884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JÁ VIMOS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63040" y="245059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4: Problemas e algoritmos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246120"/>
            <a:ext cx="4251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Entrada, processamento, saída.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49240" y="2880360"/>
            <a:ext cx="1493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6842455" y="1828800"/>
            <a:ext cx="4892040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7162495" y="214884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62495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848295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ONDE VAMOS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848295" y="245059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6: Decomposição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162495" y="3246120"/>
            <a:ext cx="4251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problemas complexos em partes menores.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9204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— Aula 5 de 15.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 · Representação de Processos e Dados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22960"/>
            <a:ext cx="1188720" cy="118872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8229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87452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• Representação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74520" y="128016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 da Representação de Processos e Dados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11277295" cy="1417320"/>
          </a:xfrm>
          <a:prstGeom prst="roundRect">
            <a:avLst>
              <a:gd name="adj" fmla="val 5161"/>
            </a:avLst>
          </a:prstGeom>
          <a:solidFill>
            <a:srgbClr val="1C355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PERGUNTA-GUIA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diferentes representações mudam o que conseguimos perceber nos dados e processos?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42062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tarefas em formato de pergunta, com exemplos em Julia/Pluto.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6177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bloco, as tarefas usam Julia e Pluto para transformar conceitos da ementa em ações observáveis: organizar, representar, manipular, interpretar e revisar.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51663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abre a aula; o código serve para tornar a relação conceitual discutível.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 · Representação de Processos e Dados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TAREFA 1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uma lista representa dados brutos?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dados em lista.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ordem e repetição.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se a lista conta uma história.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vendas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como registro inicial de dados.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Listas, tabelas e gráficos comunicam histórias diferentes dos dados.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expressões exibem aspectos distintos do mesmo conceito.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Articular código, texto, tabela, gráfico e interpretação.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registra valores, mas ainda exige organização para comunicar relações.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 · Representação de Processos e Dados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TAREFA 2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uma tabela representa relações?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pares nome–valor.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com lista simples.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 cada linha.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produtos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"C"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zip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produtos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como relação compacta entre variáveis.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Listas, tabelas e gráficos comunicam histórias diferentes dos dados.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Representações ampliam a percepção de propriedades e relações.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Articular código, texto, tabela, gráfico e interpretação.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tabela articula categorias e quantidades, fazendo emergir uma relação entre colunas.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 · Representação de Processos e Dados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TAREFA 3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 dicionário representa associação?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Mapeie nomes para valores.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uma chave.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diferença entre lista e dicionário.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"B"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Associação chave–valor como representação relacional.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Transnumeração torna dados interpretáveis em nova forma.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análise qualitativa observa invariantes e relações mobilizadas na ação.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Explicitar variáveis, relações e restrições.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dicionário torna explícita uma relação de acesso e significado.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 · Representação de Processos e Dados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TAREFA 4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uma matriz representa uma grade?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matriz 2×3.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Acesse linha e coluna.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 posição como relação.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Representação bidimensional e índice.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Representações ampliam a percepção de propriedades e relações.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Organizar dados é componente crítico da representação.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Articular código, texto, tabela, gráfico e interpretação.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evidencia que dados podem ter estrutura espacial, não apenas sequência.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 · Representação de Processos e Dados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TAREFA 5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representar processo por estados?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estado inicial.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 mudança.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antes e depois.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mudanca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estado1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mudanca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Relação entre estado e transformação.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expressões exibem aspectos distintos do mesmo conceito.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Permitir manipulação de parâmetros e comparação de estados.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Transnumeração torna dados interpretáveis em nova forma.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representação de estados ajuda a compreender processos temporais e mudanças.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 · Representação de Processos e Dados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TAREFA 6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representar frequência?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dados categóricos.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 ocorrências.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frequências.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"sim"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"nao"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"sim"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"sim"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freq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Transnumeração de respostas para frequência.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Transnumeração torna dados interpretáveis em nova forma.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Representações ampliam a percepção de propriedades e relações.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Articular código, texto, tabela, gráfico e interpretação.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Contar frequências transforma dados dispersos em estrutura interpretável.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 · Representação de Processos e Dados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TAREFA 7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representar proporção?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 total e parte.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razão.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 percentual.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percentual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Relação parte–todo e representação percentual.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análise qualitativa observa invariantes e relações mobilizadas na ação.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Listas, tabelas e gráficos comunicam histórias diferentes dos dados.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explicação do raciocínio desenvolvido.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proporção desloca a atenção do número absoluto para a relação entre conjuntos.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 · Representação de Processos e Dados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TAREFA 8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escolher a representação adequada?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Mostre os mesmos dados como lista e frequência.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mensagens.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Decida qual comunica melhor.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"A"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freq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representação depende da mensagem dos dados.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Listas, tabelas e gráficos comunicam histórias diferentes dos dados.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expressões exibem aspectos distintos do mesmo conceito.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Articular código, texto, tabela, gráfico e interpretação.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representação é uma decisão conceitual e comunicativa.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 · Representação de Processos e Dados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TAREFA 9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representar processo com função composta?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duas etapas.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 em sequência.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 a composição.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dobro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soma1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soma1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dobro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Processos compostos e dependência entre etapas.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Explicitar variáveis, relações e restrições.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tarefa deve articular dimensão material e cognitiva.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SOLO ajudam a observar respostas de menor a maior integração.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composição de funções mostra que processos computacionais podem ser encadeados.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 · Representação de Processos e Dados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5 · TAREFA 10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avaliar representações de dados?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duas formas de representar.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o que cada uma mostra.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Relacione com objetivo da tarefa.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"lista"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"tabela"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"frequencia"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representações indicam modelagem mais rica.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representações indicam modelagem mais bem-sucedida.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Representações ampliam a percepção de propriedades e relações.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percurso de pensamento, não apenas o código final.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representação é observar adequação, clareza e relações que ela permite perceber.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 · Representação de Processos e Dados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 DE 15 · SÍNTESE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levamos da Aula 5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1277295" cy="2148840"/>
          </a:xfrm>
          <a:prstGeom prst="roundRect">
            <a:avLst>
              <a:gd name="adj" fmla="val 3404"/>
            </a:avLst>
          </a:prstGeom>
          <a:solidFill>
            <a:srgbClr val="1C355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E7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Representações ampliam a percepção de propriedades e relações do conceito.</a:t>
            </a:r>
            <a:endParaRPr lang="en-US" sz="15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E7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qualitativo recorrente: representação, manipulação, feedback e transnumeração.</a:t>
            </a:r>
            <a:endParaRPr lang="en-US" sz="15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E7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diferentes representações mudam o que conseguimos perceber nos dados e processos?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4069080"/>
            <a:ext cx="11277295" cy="1051560"/>
          </a:xfrm>
          <a:prstGeom prst="roundRect">
            <a:avLst>
              <a:gd name="adj" fmla="val 6957"/>
            </a:avLst>
          </a:prstGeom>
          <a:solidFill>
            <a:srgbClr val="1E3A5A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77240" y="434340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4462272"/>
            <a:ext cx="265176" cy="26517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SEGUIR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508760" y="4526280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6: Decomposição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 · Representação de Processos e Dados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05  ·  Bloco 5 · Tarefa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uma tabela representa relações?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106299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106299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916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produtos = ["A", "B", "C"]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qtd = [3, 5, 2]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collect(zip(produtos, qtd))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26030"/>
            <a:ext cx="11185855" cy="401193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526030"/>
            <a:ext cx="54864" cy="401193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617470"/>
            <a:ext cx="10728655" cy="3829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produtos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["A", "B", "C"]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qtd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[3, 5, 2]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associa produtos e qtd, posição a posição: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("A", 3)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("B", 5)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("C", 2)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[("A", 3), ("B", 5), ("C", 2)]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05  ·  Bloco 5 · Tarefa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um dicionário representa associação?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81534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81534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6690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estoque = Dict("A"=&gt;3, "B"=&gt;5, "C"=&gt;2)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estoque["B"]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278380"/>
            <a:ext cx="11185855" cy="425958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278380"/>
            <a:ext cx="54864" cy="425958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369820"/>
            <a:ext cx="10728655" cy="4076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Dict(...)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{"A" =&gt; 3, "B" =&gt; 5, "C" =&gt; 2}  (ordem de impressão pode variar)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estoque["B"]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 (consulta a chave "B")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05  ·  Bloco 5 · Tarefa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representar frequência?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81534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81534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6690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 = ["sim","nao","sim","sim"]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freq = Dict(x=&gt;count(==(x), dados) for x in unique(dados))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278380"/>
            <a:ext cx="11185855" cy="425958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278380"/>
            <a:ext cx="54864" cy="425958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369820"/>
            <a:ext cx="10728655" cy="4076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["sim", "nao", "sim", "sim"]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["sim", "nao"]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count(==(x), dados)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"sim" → 3 ocorrências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x = "nao" → 1 ocorrência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freq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{"sim" =&gt; 3, "nao" =&gt; 1}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05  ·  Bloco 5 · Tarefa 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escolher a representação adequada?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106299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106299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916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 = ["A","B","A","C","A"]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lista = dados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freq = Dict(x=&gt;count(==(x), dados) for x in unique(dados))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26030"/>
            <a:ext cx="11185855" cy="401193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526030"/>
            <a:ext cx="54864" cy="401193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617470"/>
            <a:ext cx="10728655" cy="3829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["A", "B", "A", "C", "A"]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["A", "B", "A", "C", "A"]  (mesma lista de dados)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["A", "B", "C"]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count(==(x), dados)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"A" → 3 ocorrências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x = "B" → 1 ocorrência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x = "C" → 1 ocorrência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freq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{"A" =&gt; 3, "B" =&gt; 1, "C" =&gt; 1}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05  ·  Bloco 5 · Tarefa 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representar processo com função composta?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106299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106299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916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dobro(x)=2x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soma1(x)=x+1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resultado = soma1(dobro(5))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26030"/>
            <a:ext cx="11185855" cy="401193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526030"/>
            <a:ext cx="54864" cy="401193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617470"/>
            <a:ext cx="10728655" cy="3829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dobro(x)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define a regra 2x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soma1(x)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define a regra x + 1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dobro(5)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× 5 = 10  (avaliado primeiro, por estar mais interno)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soma1(dobro(5))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soma1(10) = 10 + 1 = 11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resultado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5 - Representação de Processos e Dados</dc:title>
  <dc:subject>PptxGenJS Presentation</dc:subject>
  <dc:creator>PROFCOMP</dc:creator>
  <cp:lastModifiedBy>PROFCOMP</cp:lastModifiedBy>
  <cp:revision>1</cp:revision>
  <dcterms:created xsi:type="dcterms:W3CDTF">2026-08-21T00:42:43Z</dcterms:created>
  <dcterms:modified xsi:type="dcterms:W3CDTF">2026-08-21T00:42:43Z</dcterms:modified>
</cp:coreProperties>
</file>