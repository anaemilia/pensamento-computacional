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332720" y="4846320"/>
            <a:ext cx="3291840" cy="329184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659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· AULA 5 DE 15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42316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Representação de Processos e Dados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402336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E7EC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diferentes representações mudam o que conseguimos perceber nos dados e processos?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de 15  ·  2 horas  ·  Fundamentos da Representação de Processos e Dados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OBJETIVOS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esperamos desta aula?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173736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listas, tabelas, dicionários e matrizes como formas de representar dados.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07738" y="150876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36338" y="173736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36338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36338" y="228600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representação de processos por estados (antes/depois).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8277" y="150876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386877" y="173736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86877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6877" y="228600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transnumeração: mudar a forma de um dado sem perder seu sentido.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" y="370332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425196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 representação adequada para cada tipo de problema.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07738" y="347472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36338" y="370332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36338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36338" y="425196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Relacionar frequência e proporção a formas de representar dados.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58277" y="347472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386877" y="370332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386877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86877" y="425196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as 10 tarefas do Bloco 5 em Julia/Pluto.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527608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de 15  ·  2 horas  ·  Fundamentos da Representação de Processos e Dados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CENTRAL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 representação importa?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Definição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é escolher uma forma (lista, tabela, gráfico, fórmula) para tornar um dado ou processo interpretável.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Diferentes representações do mesmo conceito revelam propriedades diferentes.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78728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98768" y="192024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9876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38848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Transnumeração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98768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a forma de apresentação de um dado o torna interpretável de um novo jeito.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transformar uma lista de valores em pares (entrada, saída) revela a relação funcional.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51206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Representações ampliam a percepção de propriedades e relações do conceito.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PRÁTICA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dado simples à estrutura composta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Coleções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Lista: ordem e índice. Matriz: linhas e colunas — uma grade.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Dicionário: associa uma chave a um valor (mapeamento).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78728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98768" y="192024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9876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38848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Escolhendo a estrutura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98768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Pergunte: preciso de ordem? de associação? de agrupamento?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informação pode caber em mais de uma estrutura — a escolha muda o que fica fácil de fazer depois.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51206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 qualitativo recorrente: representação, manipulação, feedback e transnumeração.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ENTRE AULAS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Bloco 4 ao Bloco 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4892040" cy="274320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VIMOS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24505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4: Problemas e algoritmos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Entrada, processamento, saída.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49240" y="2880360"/>
            <a:ext cx="1493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42455" y="1828800"/>
            <a:ext cx="4892040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162495" y="214884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62495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48295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ONDE VAMOS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48295" y="24505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6: Decomposição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62495" y="324612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problemas complexos em partes menores.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8920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— Aula 5 de 15.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1188720" cy="118872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822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87452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• Representação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74520" y="1280160"/>
            <a:ext cx="9859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da Representação de Processos e Dados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1277295" cy="1417320"/>
          </a:xfrm>
          <a:prstGeom prst="roundRect">
            <a:avLst>
              <a:gd name="adj" fmla="val 5161"/>
            </a:avLst>
          </a:prstGeom>
          <a:solidFill>
            <a:srgbClr val="1C355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diferentes representações mudam o que conseguimos perceber nos dados e processos?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tarefas em formato de pergunta, com exemplos em Julia/Pluto.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51663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abre a aula; o código serve para tornar a relação conceitual discutível.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1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uma lista representa dados brutos?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dados em lista.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ordem e repetição.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se a lista conta uma história.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como registro inicial de dados.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tabelas e gráficos comunicam histórias diferentes dos dados.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expressões exibem aspectos distintos do mesmo conceito.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registra valores, mas ainda exige organização para comunicar relações.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2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uma tabela representa relações?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pares nome–valor.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 lista simples.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cada linha.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como relação compacta entre variáveis.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tabelas e gráficos comunicam histórias diferentes dos dados.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articula categorias e quantidades, fazendo emergir uma relação entre colunas.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3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 dicionário representa associação?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Mapeie nomes para valores.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 uma chave.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diferença entre lista e dicionário.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chave–valor como representação relacional.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torna dados interpretáveis em nova forma.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qualitativa observa invariantes e relações mobilizadas na 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Explicitar variáveis, relações e restrições.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dicionário torna explícita uma relação de acesso e significado.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4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uma matriz representa uma grade?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matriz 2×3.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linha e coluna.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posição como relação.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bidimensional e índice.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dados é componente crítico da representação.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evidencia que dados podem ter estrutura espacial, não apenas sequência.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5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representar processo por estados?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estado inicial.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mudança.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antes e depois.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mudanca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estado1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mudanca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entre estado e transformação.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expressões exibem aspectos distintos do mesmo conceito.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manipulação de parâmetros e comparação de estados.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torna dados interpretáveis em nova forma.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representação de estados ajuda a compreender processos temporais e mudanças.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6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representar frequência?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dados categóricos.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 ocorrências.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frequências.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"sim"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"nao"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"sim"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"sim"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de respostas para frequência.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torna dados interpretáveis em nova forma.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frequências transforma dados dispersos em estrutura interpretável.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7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representar proporção?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 total e parte.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razão.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percentual.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percentual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parte–todo e representação percentual.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qualitativa observa invariantes e relações mobilizadas na 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tabelas e gráficos comunicam histórias diferentes dos dados.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explicação do raciocínio desenvolvido.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proporção desloca a atenção do número absoluto para a relação entre conjuntos.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8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escolher a representação adequada?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os mesmos dados como lista e frequência.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mensagens.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Decida qual comunica melhor.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representação depende da mensagem dos dados.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tabelas e gráficos comunicam histórias diferentes dos dados.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expressões exibem aspectos distintos do mesmo conceito.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representação é uma decisão conceitual e comunicativa.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9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representar processo com função composta?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duas etapas.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em sequência.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a composição.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dobro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soma1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soma1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dobro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compostos e dependência entre etapas.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Explicitar variáveis, relações e restrições.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tarefa deve articular dimensão material e cognitiva.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composição de funções mostra que processos computacionais podem ser encadeados.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10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avaliar representações de dados?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duas formas de representar.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 que cada uma mostra.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 com objetivo da tarefa.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"lista"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"tabela"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"frequencia"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representações indicam modelagem mais rica.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representações indicam modelagem mais bem-sucedida.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percurso de pensamento, não apenas o código final.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representação é observar adequação, clareza e relações que ela permite perceber.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DE 15 · SÍNTESE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levamos da Aula 5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77295" cy="2148840"/>
          </a:xfrm>
          <a:prstGeom prst="roundRect">
            <a:avLst>
              <a:gd name="adj" fmla="val 3404"/>
            </a:avLst>
          </a:prstGeom>
          <a:solidFill>
            <a:srgbClr val="1C355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965960"/>
            <a:ext cx="1054577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 do conceito.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qualitativo recorrente: representação, manipulação, feedback e transnumeração.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diferentes representações mudam o que conseguimos perceber nos dados e processos?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069080"/>
            <a:ext cx="11277295" cy="1051560"/>
          </a:xfrm>
          <a:prstGeom prst="roundRect">
            <a:avLst>
              <a:gd name="adj" fmla="val 6957"/>
            </a:avLst>
          </a:prstGeom>
          <a:solidFill>
            <a:srgbClr val="1E3A5A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4462272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508760" y="4526280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6: Decomposição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5 - Representação de Processos e Dados</dc:title>
  <dc:subject>PptxGenJS Presentation</dc:subject>
  <dc:creator>PROFCOMP</dc:creator>
  <cp:lastModifiedBy>PROFCOMP</cp:lastModifiedBy>
  <cp:revision>1</cp:revision>
  <dcterms:created xsi:type="dcterms:W3CDTF">2026-08-21T00:42:43Z</dcterms:created>
  <dcterms:modified xsi:type="dcterms:W3CDTF">2026-08-21T00:42:43Z</dcterms:modified>
</cp:coreProperties>
</file>