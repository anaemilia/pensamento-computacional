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60120"/>
            <a:ext cx="1417320" cy="14173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290" y="1314450"/>
            <a:ext cx="708660" cy="708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ABSTRAÇÃO, TIPOS E ESTRUTURAS DE DADOS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Arrays: Organizando Coleções de Dados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463040" y="425196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tipos e as ações que podemos realizar sobre eles, chegou a hora de organizar coleções inteiras desses dados.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· Parte 1 de 2 — Conceitos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51709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5661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e por que usar um Array?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estrutura que armazena vários dados do mesmo tipo em uma única variável.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informações de forma eficiente, evitando criar muitas variáveis individuais.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o acesso, a busca e a modificação de dados.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Índices: posições numeradas que identificam cada elemento.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Elementos: os valores armazenados em cada posição.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7091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50406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864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cotidiano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71600" y="513892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prateleira com várias caixas numeradas, cada uma guardando um item.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46520" y="141732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1E33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76656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CÓDIGO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766560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 = ["Ana", "João", "Maria", "Lucas"]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nomes[0]  →  "Ana"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nomes[2]  →  "Maria"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76656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E8963C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6656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76656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77240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2E4D73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77240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77824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E8963C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7824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77824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784080" y="3749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2E4D73"/>
          </a:solidFill>
          <a:ln w="12700">
            <a:solidFill>
              <a:srgbClr val="3E5F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784080" y="38039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784080" y="415137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766560" y="440740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· Arrays — Conceitos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47137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1089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Dimensões de um Array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8191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53" y="1687525"/>
            <a:ext cx="291694" cy="2916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45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— Unidimensional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2240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uma sequência linear de elementos.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7240" y="28986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buNone/>
            </a:pPr>
            <a:r>
              <a:rPr lang="en-US" sz="12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 os nomes dos alunos de uma turma.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3538728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E3350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6301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 = ["Ana","João",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"Maria","Lucas"]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print(alunos[2])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Exibe: Maria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51206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contatos do celular ou lista de músicas em um app.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89120" y="132588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158191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333" y="1687525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1545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— Bidimensional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617720" y="2240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dados em linhas e colunas, como uma planilha.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617720" y="28986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buNone/>
            </a:pPr>
            <a:r>
              <a:rPr lang="en-US" sz="12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dos alunos em diferentes provas.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17720" y="3538728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E3350"/>
          </a:solidFill>
          <a:ln/>
        </p:spPr>
      </p:sp>
      <p:sp>
        <p:nvSpPr>
          <p:cNvPr id="21" name="Text 16"/>
          <p:cNvSpPr/>
          <p:nvPr/>
        </p:nvSpPr>
        <p:spPr>
          <a:xfrm>
            <a:off x="4754880" y="36301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[[8.5,9.0,7.5],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[7.0,8.0,6.5],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[9.5,8.5,10.0]]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print(notas[1][2])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Exibe: 6.5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617720" y="51206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horários de ônibus ou boletim escolar.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29600" y="132588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58200" y="158191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813" y="1687525"/>
            <a:ext cx="291694" cy="2916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98280" y="1545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Multidimensional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458200" y="2240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dados em mais de duas dimensões.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458200" y="28986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buNone/>
            </a:pPr>
            <a:r>
              <a:rPr lang="en-US" sz="12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uma imagem (cada pixel tem R, G, B).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458200" y="3538728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1E3350"/>
          </a:solidFill>
          <a:ln/>
        </p:spPr>
      </p:sp>
      <p:sp>
        <p:nvSpPr>
          <p:cNvPr id="30" name="Text 24"/>
          <p:cNvSpPr/>
          <p:nvPr/>
        </p:nvSpPr>
        <p:spPr>
          <a:xfrm>
            <a:off x="8595360" y="36301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 = [[[255,0,0],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[0,255,0]], [[0,0,255],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[255,255,0]]]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print(imagem[0][1])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Exibe: [0, 255, 0]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458200" y="51206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digitais, mapas, planilhas 3D ou jogos (x, y, z).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· Arrays — Conceitos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47137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1089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Aninhamento: Arrays de Arrays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aninhado é um conjunto dentro de outro conjunto — uma lista que contém outras listas. É uma forma de organizar informações em camadas, como caixas dentro de caixas.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80260" y="214884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474" y="2264054"/>
            <a:ext cx="318211" cy="3182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dos alunos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77240" y="333756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1E3350"/>
          </a:solidFill>
          <a:ln/>
        </p:spPr>
      </p:sp>
      <p:sp>
        <p:nvSpPr>
          <p:cNvPr id="11" name="Text 7"/>
          <p:cNvSpPr/>
          <p:nvPr/>
        </p:nvSpPr>
        <p:spPr>
          <a:xfrm>
            <a:off x="932688" y="3474720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  → [8.5, 9.0, 7.5]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João  → [7.0, 6.5, 8.0]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 → [10.0, 9.5, 9.0]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" y="5074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listas forma um array bidimensional (array de arrays) que representa uma turma inteira.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89120" y="18745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20740" y="214884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954" y="2264054"/>
            <a:ext cx="318211" cy="3182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Cardápio do restaurante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17720" y="333756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1E3350"/>
          </a:solidFill>
          <a:ln/>
        </p:spPr>
      </p:sp>
      <p:sp>
        <p:nvSpPr>
          <p:cNvPr id="18" name="Text 13"/>
          <p:cNvSpPr/>
          <p:nvPr/>
        </p:nvSpPr>
        <p:spPr>
          <a:xfrm>
            <a:off x="4773168" y="3474720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Pratos → [Lasanha, Feijoada, Peixe]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Sobremesas → [Pudim, Sorvete, Bolo]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Bebidas → [Suco, Refri, Café]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617720" y="5074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cardápio completo é um array de arrays: guarda várias listas dentro de uma só.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29600" y="18745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61220" y="214884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264054"/>
            <a:ext cx="318211" cy="31821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8346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 de viagem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458200" y="333756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1E3350"/>
          </a:solidFill>
          <a:ln/>
        </p:spPr>
      </p:sp>
      <p:sp>
        <p:nvSpPr>
          <p:cNvPr id="25" name="Text 19"/>
          <p:cNvSpPr/>
          <p:nvPr/>
        </p:nvSpPr>
        <p:spPr>
          <a:xfrm>
            <a:off x="8613648" y="3474720"/>
            <a:ext cx="2843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 1 → [camisas, calças]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 2 → [meias, sapatos]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Saco 3 → [produtos de higiene]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458200" y="5074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mala é um array e cada saco é outro array: juntos formam um array aninhado.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· Arrays — Conceitos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471373"/>
            <a:ext cx="291694" cy="291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10896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como Contêineres Universais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7373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1908810"/>
            <a:ext cx="342900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18013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Flexibilidade total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005840" y="26517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pode ser visto como um contêiner universal porque guarda diferentes elementos organizados em sequência. Possui estrutura consistente — funciona do mesmo jeito independentemente do conteúdo (números, textos, imagens) — mantendo o mesmo formato, índice e operações básicas: acessar, adicionar, remover, percorrer. Essa consistência torna os arrays previsíveis e fáceis de usar, permitindo aplicar os mesmos algoritmos a diferentes tipos de dados.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5508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75120" y="1737360"/>
            <a:ext cx="685800" cy="68580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0" y="19088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18013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computacional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720840" y="26517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4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arrays concentram grande poder computacional porque permitem armazenar e processar grandes quantidades de dados de forma organizada e eficiente. Sua estrutura uniforme possibilita operações rápidas e repetitivas — busca, ordenação, análise em massa — essencial para o pensamento computacional, pois favorece algoritmos lógicos, escaláveis e reutilizáveis.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· Arrays — Conceitos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640080"/>
            <a:ext cx="1188720" cy="11887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9372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Parte 1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737360" y="26060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organizam coleções de dados do mesmo tipo em índices numerados — de listas simples (1D) a estruturas em linhas e colunas (2D) e além (multidimensionais).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podem se aninhar — arrays dentro de arrays — para representar informação em camadas, como turmas, cardápios ou malas organizadas.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sua estrutura consistente, arrays são contêineres universais: previsíveis, reutilizáveis e essenciais para algoritmos escaláveis.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737360" y="4709160"/>
            <a:ext cx="8686800" cy="1234440"/>
          </a:xfrm>
          <a:prstGeom prst="roundRect">
            <a:avLst>
              <a:gd name="adj" fmla="val 7407"/>
            </a:avLst>
          </a:prstGeom>
          <a:solidFill>
            <a:srgbClr val="1B3252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0" y="498348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51435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0360" y="48646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nesta aula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880360" y="51663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Arrays Multidimensionais em Java.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 · Arrays — Conceitos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2026-08-20T19:11:19Z</dcterms:created>
  <dcterms:modified xsi:type="dcterms:W3CDTF">2026-08-20T19:11:19Z</dcterms:modified>
</cp:coreProperties>
</file>