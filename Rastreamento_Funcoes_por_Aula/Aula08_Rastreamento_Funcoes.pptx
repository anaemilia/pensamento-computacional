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Construção de Algoritmos: Transformação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Aula08_Teoria.pptx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tarefas com função rastreada nos slides a seguir.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 ·  Bloco 8 · Tarefa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dados brutos em frequência?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["A","B","A","C","A"]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Dict(x=&gt;count(==(x), dados) for x in unique(dados))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"A", "C", "A"]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"C"]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count(==(x), dados)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"A" → 3 ocorrências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"B"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 = "C"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3, "B" =&gt; 1, "C" =&gt; 1}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 ·  Bloco 8 · Tarefa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dados por normalização?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[10, 20, 30]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normalizado = (x .- minimum(x)) ./ (maximum(x)-minimum(x))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20, 30]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minimum(x)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.- minimum(x)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10, 20]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maximum(x) − minimum(x)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30 − 10 = 20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[0.0, 0.5, 1.0]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 ·  Bloco 8 · Tarefa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forma de representação?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3106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3106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116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 = ["A","B"]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 = [10,20]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pares = collect(zip(nomes,valores))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 = Dict(pares)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773680"/>
            <a:ext cx="11185855" cy="37642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773680"/>
            <a:ext cx="54864" cy="37642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65120"/>
            <a:ext cx="10728655" cy="3581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[10, 20]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associa nomes e valores, posição a posição: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("A", 10)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("B", 20)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pares = [("A", 10), ("B", 20)]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Dict(pares)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10, "B" =&gt; 20}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 ·  Bloco 8 · Tarefa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processo em pipeline?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[1,2,3,4]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sum(dados .^ 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3, 4]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.^ 2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4, 9, 16]  (cada elemento elevado ao quadrado)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+ 4 + 9 + 16 = 30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  ·  Bloco 8 · Tarefa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texto em dados?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106299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106299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9166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frase = "dados viram modelo"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palavras = split(frase)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length(palavras)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26030"/>
            <a:ext cx="11185855" cy="401193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26030"/>
            <a:ext cx="54864" cy="401193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17470"/>
            <a:ext cx="10728655" cy="3829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frase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"dados viram modelo"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["dados", "viram", "modelo"]  (quebra a frase nos espaços)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palavras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["dados", "viram", "modelo"]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2026-08-23T16:31:16Z</dcterms:created>
  <dcterms:modified xsi:type="dcterms:W3CDTF">2026-08-23T16:31:16Z</dcterms:modified>
</cp:coreProperties>
</file>