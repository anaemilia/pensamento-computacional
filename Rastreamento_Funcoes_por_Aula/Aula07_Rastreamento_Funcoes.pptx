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Construção de Algoritmos: Generalização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Aula07_Teoria.pptx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cálculo em função?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 = sum(notas)/length(notas)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sum(notas)/length(notas)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 = 7.0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com parâmetros?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situacao(media, limite) = media &gt;= limite ? "ok" : 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situacao(6.5, 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situacao(media, limite)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regra: "ok" se media ≥ limite, senão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situacao(6.5,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"rever"  (6.5 não é ≥ 7)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uma classificação?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 = [4.5, 6.0, 8.0]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[situacao(m, 7) for m in medias]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[4.5, 6.0, 8.0]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 aplicada a cada média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situacao(4.5, 7) =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situacao(6.0, 7) =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situacao(8.0, 7) = "ok"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["rever", "rever", "ok"]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com diferentes tipos de dados?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media([8.5, 6.0, 7.5])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21, length = 3 → 21/3 = 7.0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media([8.5, 6.0, 7.5])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22.0, length = 3 → 22.0/3 = 7.333...  (≈ 7,33)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por composição?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avaliar(notas) = situacao(media(notas), 7)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avaliar([8,6,7])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situacao(media(notas),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 (avaliada primeiro, por estar mais interna)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situacao(7.0,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  (7.0 ≥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evitar generalização indevida?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media(notas) causaria divisão por zero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(lista vazia)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media(notas), se fosse chamada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length(notas) = 0 → a divisão sum(notas)/0 é o caso-limite que o slide evita executar; em Julia, somar uma coleção vazia sem elemento inicial também não é uma operação direta — daí a necessidade de tratar esse caso à parte, como o slide propõe.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generalização?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5676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5676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4213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 = media([10, 0]) == 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30730"/>
            <a:ext cx="11185855" cy="45072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30730"/>
            <a:ext cx="54864" cy="45072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2170"/>
            <a:ext cx="10728655" cy="432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0])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10, length = 2 → 10/2 = 5.0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(5.0 == 5)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