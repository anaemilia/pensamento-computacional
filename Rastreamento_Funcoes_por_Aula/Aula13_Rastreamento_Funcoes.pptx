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/ Estruturas de Dados (material de referência em Java)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Aula13_Teoria.pptx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1185855" cy="23774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00400"/>
            <a:ext cx="54864" cy="23774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107286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é o Capítulo 8 ("Multidimensional Arrays") do livro Introduction to Java Programming, de Y. Daniel Liang — usado como referência sobre arrays bidimensionais, não faz parte do código Julia/Pluto das demais aulas. Por isso ele não se presta ao mesmo formato de rastreamento: (1) a linguagem é Java, onde "array.length" é um campo (sem parênteses), não uma chamada de função; (2) a maior parte dos trechos usa Math.random() (resultado não determinístico, sem valor único para rastrear) ou se refere a "ver os exemplos no texto" sem fornecer valores concretos de entrada. O único trecho com dados concretos e sem aleatoriedade ("Lengths of Two-dimensional Arrays, cont.", slide 11) já traz os resultados escritos no próprio slide: para o array {{1,2,3},{4,5,6},{7,8,9},{10,11,12}}, array.length = 4 e cada array[i].length = 3.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2026-08-23T16:31:17Z</dcterms:created>
  <dcterms:modified xsi:type="dcterms:W3CDTF">2026-08-23T16:31:17Z</dcterms:modified>
</cp:coreProperties>
</file>