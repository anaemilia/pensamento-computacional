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Dedutivo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Aula03_Teoria.pptx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Tarefa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uma regra em função dedutiva?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ehpar(n) = n % 2 == 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ehpar.(1:6)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ehpar(n)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regra: resto da divisão de n por 2 é igual a 0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 aplicada a 1:6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ehpar(1) = false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ehpar(2) = true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ehpar(3) = false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ehpar(4) = true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ehpar(5) = false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ehpar(6) = true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[false, true, false, true, false, true]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Tarefa 3.5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deduzir pertencimento a um conjunto?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Set([2,4,6,8])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in A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Set([2,4,6,8])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 o conjunto A = {2, 4, 6, 8}  (sem ordem garantida, sem repetição)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in 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(4 pertence ao conjunto)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in 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 (5 não pertence ao conjunto)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 ·  Tarefa 3.8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testar uma regra dedutiva?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 = [4, 5, 6]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 = [true, false, true]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ehpar.(entradas) == esperado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 5, 6]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 aplicada a entradas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ehpar(4) = true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ehpar(5) = false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ehpar(6) = true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ehpar.(entradas)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[true, false, true]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comparação com esperado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([true, false, true] == [true, false, true])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