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02920" y="1051560"/>
            <a:ext cx="1118585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Introdução à Computação e ao Pensamento Computacional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2331720"/>
            <a:ext cx="11185855" cy="0"/>
          </a:xfrm>
          <a:prstGeom prst="line">
            <a:avLst/>
          </a:prstGeom>
          <a:noFill/>
          <a:ln w="12700">
            <a:solidFill>
              <a:srgbClr val="C7CF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514600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Rastreamento de execução das funções que aparecem em Aula01_Teoria-21-08-26.pptx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3200400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tarefas com função rastreada nos slides a seguir.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01  ·  Tarefa 1.3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uma lista torna visível uma coleção de casos?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1062990"/>
          </a:xfrm>
          <a:prstGeom prst="rect">
            <a:avLst/>
          </a:prstGeom>
          <a:solidFill>
            <a:srgbClr val="F2F4F7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54864" cy="106299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10728655" cy="9166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dados = [1, 2, 3, 4]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length(dados)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dados[1]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526030"/>
            <a:ext cx="11185855" cy="4011930"/>
          </a:xfrm>
          <a:prstGeom prst="rect">
            <a:avLst/>
          </a:prstGeom>
          <a:solidFill>
            <a:srgbClr val="EFF5F1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2526030"/>
            <a:ext cx="54864" cy="401193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617470"/>
            <a:ext cx="10728655" cy="38290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dados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[1, 2, 3, 4]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length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 (quantidade de elementos em dados)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01  ·  Tarefa 1.6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muda quando a saída vira tabela?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1062990"/>
          </a:xfrm>
          <a:prstGeom prst="rect">
            <a:avLst/>
          </a:prstGeom>
          <a:solidFill>
            <a:srgbClr val="F2F4F7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54864" cy="106299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10728655" cy="9166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dados = [1, 2, 3, 4]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quadrados = dados .^ 2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collect(zip(dados, quadrados))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526030"/>
            <a:ext cx="11185855" cy="4011930"/>
          </a:xfrm>
          <a:prstGeom prst="rect">
            <a:avLst/>
          </a:prstGeom>
          <a:solidFill>
            <a:srgbClr val="EFF5F1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2526030"/>
            <a:ext cx="54864" cy="401193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617470"/>
            <a:ext cx="10728655" cy="38290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dados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[1, 2, 3, 4]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quadrados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[1, 4, 9, 16]  (cada elemento de dados elevado ao quadrado)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zip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associa dados e quadrados, posição a posição: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(1, 1)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(2, 4)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(3, 9)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(4, 16)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collect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[(1, 1), (2, 4), (3, 9), (4, 16)]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01  ·  Tarefa 1.7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uma função sintetiza uma ideia computacional?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1062990"/>
          </a:xfrm>
          <a:prstGeom prst="rect">
            <a:avLst/>
          </a:prstGeom>
          <a:solidFill>
            <a:srgbClr val="F2F4F7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54864" cy="106299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10728655" cy="9166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dobro(x) = 2x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dobro(4)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dobro(10)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526030"/>
            <a:ext cx="11185855" cy="4011930"/>
          </a:xfrm>
          <a:prstGeom prst="rect">
            <a:avLst/>
          </a:prstGeom>
          <a:solidFill>
            <a:srgbClr val="EFF5F1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2526030"/>
            <a:ext cx="54864" cy="401193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617470"/>
            <a:ext cx="10728655" cy="38290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dobro(x)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define a regra 2x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dobro(4)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× 4 = 8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dobro(10)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× 10 = 20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01  ·  Tarefa 1.10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avaliar a primeira experiência com Pluto?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815340"/>
          </a:xfrm>
          <a:prstGeom prst="rect">
            <a:avLst/>
          </a:prstGeom>
          <a:solidFill>
            <a:srgbClr val="F2F4F7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54864" cy="81534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10728655" cy="6690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reflexao = "Expliquei a relação entre dados e saída"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length(reflexao)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278380"/>
            <a:ext cx="11185855" cy="4259580"/>
          </a:xfrm>
          <a:prstGeom prst="rect">
            <a:avLst/>
          </a:prstGeom>
          <a:solidFill>
            <a:srgbClr val="EFF5F1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2278380"/>
            <a:ext cx="54864" cy="425958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369820"/>
            <a:ext cx="10728655" cy="4076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reflexao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"Expliquei a relação entre dados e saída"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length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39  (quantidade de caracteres da string, contando espaços)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2026-08-23T16:31:16Z</dcterms:created>
  <dcterms:modified xsi:type="dcterms:W3CDTF">2026-08-23T16:31:16Z</dcterms:modified>
</cp:coreProperties>
</file>