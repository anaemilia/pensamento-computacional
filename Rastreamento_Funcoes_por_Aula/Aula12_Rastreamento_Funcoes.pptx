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Ligadas a Categorias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Aula12_Teoria.pptx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11185855" cy="23774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200400"/>
            <a:ext cx="54864" cy="237744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1072865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slide não contém células de código Julia/Pluto — é uma aula conceitual sobre ações genéricas x especializadas (frutas x roupas, despachar métodos por tipo), sem chamadas de função com valores concretos. A única menção técnica é textual ("o compilador da linguagem Julia gera código otimizado para cada combinação de tipos usada"), sem um exemplo executável. Não há função para rastrear.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2026-08-23T16:31:17Z</dcterms:created>
  <dcterms:modified xsi:type="dcterms:W3CDTF">2026-08-23T16:31:17Z</dcterms:modified>
</cp:coreProperties>
</file>