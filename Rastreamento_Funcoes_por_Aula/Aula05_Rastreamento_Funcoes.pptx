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da Representação de Processos e Dados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12700">
            <a:solidFill>
              <a:srgbClr val="C7C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execução das funções que aparecem em Aula05_Teoria.pptx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tarefas com função rastreada nos slides a seguir.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·  Bloco 5 · Tarefa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tabela representa relações?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 = ["A", "B", "C"]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qtd = [3, 5, 2]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collect(zip(produtos, qtd))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"C"]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qtd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5, 2]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associa produtos e qtd, posição a posição: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("A", 3)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("B", 5)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("C", 2)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[("A", 3), ("B", 5), ("C", 2)]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·  Bloco 5 · Tarefa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dicionário representa associação?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estoque = Dict("A"=&gt;3, "B"=&gt;5, "C"=&gt;2)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estoque["B"]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Dict(...)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 =&gt; 3, "B" =&gt; 5, "C" =&gt; 2}  (ordem de impressão pode variar)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estoque["B"]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(consulta a chave "B")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·  Bloco 5 · Tarefa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representar frequência?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= ["sim","nao","sim","sim"]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 = Dict(x=&gt;count(==(x), dados) for x in unique(dados))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["sim", "nao", "sim", "sim"]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["sim", "nao"]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count(==(x), dados)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"sim" → 3 ocorrências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 = "nao"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{"sim" =&gt; 3, "nao" =&gt; 1}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·  Bloco 5 · Tarefa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 a representação adequada?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= ["A","B","A","C","A"]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= dados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 = Dict(x=&gt;count(==(x), dados) for x in unique(dados))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"A", "C", "A"]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"A", "C", "A"]  (mesma lista de dados)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"C"]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count(==(x), dados)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"A" → 3 ocorrências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 = "B"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 = "C"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 =&gt; 3, "B" =&gt; 1, "C" =&gt; 1}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·  Bloco 5 · Tarefa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representar processo com função composta?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dobro(x)=2x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soma1(x)=x+1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soma1(dobro(5))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dobro(x)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 2x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soma1(x)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 x + 1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dobro(5)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5 = 10  (avaliado primeiro, por estar mais interno)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soma1(dobro(5))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soma1(10) = 10 + 1 = 11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2026-08-23T16:31:16Z</dcterms:created>
  <dcterms:modified xsi:type="dcterms:W3CDTF">2026-08-23T16:31:16Z</dcterms:modified>
</cp:coreProperties>
</file>