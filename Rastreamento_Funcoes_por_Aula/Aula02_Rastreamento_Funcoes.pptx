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Indutivo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Aula02_Teoria-19-08-26.pptx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tarefas com função rastreada nos slides a seguir.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calcular diferenças ajuda a levantar hipóteses?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[3, 6, 9, 12]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 = diff(seq)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6, 9, 12]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 a diferença entre cada par de termos consecutivos: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6 − 3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9 − 6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12 − 9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3, 3]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hipótese indutiva falha?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[1, 2, 4, 8, 15]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all(diff(seq) .== 2)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4, 8, 15]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diff(seq)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4, 7]  (2−1, 4−2, 8−4, 15−8)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diff(seq) .== 2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[false, true, false, false]  (compara cada diferença com 2)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 (nem todas as diferenças são iguais a 2 — a hipótese falha)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turma pode inventar uma representação não padrão?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[1, 3, 5, 7]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marcas = repeat.("*", seq)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3, 5, 7]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repeat.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 repeat("*", n) a cada elemento de seq: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"*" repetido 1× → "*"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"*" repetido 3× → "***"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"*" repetido 5× → "*****"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"*" repetido 7× → "*******"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["*", "***", "*****", "*******"]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padrão muda quando mudamos o contexto?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 = ["A","B","A","C","A"]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 = Dict(r =&gt; count(==(r), respostas) for r in unique(respostas))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"A", "C", "A"]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"C"]  (cada valor distinto, na ordem em que aparece primeiro)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count(==(r), respostas)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 quantas vezes cada r de unique aparece em respostas: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 = "A" → 3 ocorrências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 = "B"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 = "C"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3, "B" =&gt; 1, "C" =&gt; 1}  (ordem de impressão do Dict pode variar)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gráfico textual pode apoiar a indução?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 = [2, 5, 3]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barras = repeat.("█", valores)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5, 3]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repeat.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 repeat("█", n) a cada elemento de valores: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"█" repetido 2× → "██"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"█" repetido 5× → "█████"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"█" repetido 3× → "███"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["██", "█████", "███"]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registrar uma hipótese para ser testada?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2n+1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[f(n) for n in 1:5]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2n + 1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aplicada a 1:5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f(1) = 2×1+1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f(2) = 2×2+1 = 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f(3) = 2×3+1 = 7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f(4) = 2×4+1 = 9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f(5) = 2×5+1 = 11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5, 7, 9, 11]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2026-08-23T16:31:16Z</dcterms:created>
  <dcterms:modified xsi:type="dcterms:W3CDTF">2026-08-23T16:31:16Z</dcterms:modified>
</cp:coreProperties>
</file>