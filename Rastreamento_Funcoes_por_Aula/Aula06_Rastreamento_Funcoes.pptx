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111858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Construção de Algoritmos: Decomposição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331720"/>
            <a:ext cx="11185855" cy="0"/>
          </a:xfrm>
          <a:prstGeom prst="line">
            <a:avLst/>
          </a:prstGeom>
          <a:noFill/>
          <a:ln w="12700">
            <a:solidFill>
              <a:srgbClr val="C7CF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14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 de execução das funções que aparecem em Aula06_Teoria.pptx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32004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tarefas com função rastreada nos slides a seguir.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 ·  Bloco 6 · Tarefa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decompor cálculo de média em relações?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3106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3106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1164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 = [8.0, 6.0, 7.5]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soma = sum(notas)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tamanho = length(notas)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 = soma/tamanho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773680"/>
            <a:ext cx="11185855" cy="37642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773680"/>
            <a:ext cx="54864" cy="37642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65120"/>
            <a:ext cx="10728655" cy="3581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[8.0, 6.0, 7.5]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soma = 21.5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tamanho = 3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21.5 / 3 = 7.1666...  (≈ 7,17)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 ·  Bloco 6 · Tarefa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decompor por funções menores?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media(notas)=sum(notas)/length(notas)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situacao(m)=m&gt;=7 ? "aprovado" : "rever"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situacao(media([8,6,7]))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media(notas)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a regra sum(notas)/length(notas)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situacao(m)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a regra: "aprovado" se m ≥ 7, senão "rever"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media([8,6,7])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sum([8,6,7])/length([8,6,7]) = 21/3 = 7.0  (avaliado primeiro, por estar mais interno)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situacao(7.0)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"aprovado"  (7.0 ≥ 7)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"aprovado"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 ·  Bloco 6 · Tarefa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decompor um problema de dados?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brutos = ["A","B","A"]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categorias = unique(brutos)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 = Dict(c=&gt;count(==(c), brutos) for c in categorias)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brutos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["A", "B", "A"]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["A", "B"]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["A", "B"]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count(==(c), brutos)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"A" → 2 ocorrências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 = "B" → 1 ocorrência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{"A" =&gt; 2, "B" =&gt; 1}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 ·  Bloco 6 · Tarefa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decompor um erro?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 = [8, 6, 7]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divisor = 2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media_errada = sum(entrada)/divisor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[8, 6, 7]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sum(entrada)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media_errada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2 = 10.5  (o divisor correto seria length(entrada) = 3, não 2)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 ·  Bloco 6 · Tarefa 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decompor tarefas para colaboração?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5676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5676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4213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= Dict("dados"=&gt;"Ana", "regra"=&gt;"Joao", "teste"=&gt;"Lia")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030730"/>
            <a:ext cx="11185855" cy="45072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030730"/>
            <a:ext cx="54864" cy="45072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22170"/>
            <a:ext cx="10728655" cy="4324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Dict(...)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{"dados" =&gt; "Ana", "regra" =&gt; "Joao", "teste" =&gt; "Lia"}  (ordem de impressão pode variar)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2026-08-23T16:31:16Z</dcterms:created>
  <dcterms:modified xsi:type="dcterms:W3CDTF">2026-08-23T16:31:16Z</dcterms:modified>
</cp:coreProperties>
</file>