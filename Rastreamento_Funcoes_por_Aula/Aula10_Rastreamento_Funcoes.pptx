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640080"/>
            <a:ext cx="1118585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B565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AULA 10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502920" y="1051560"/>
            <a:ext cx="11185855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Abstração e Especialização em Computação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02920" y="2331720"/>
            <a:ext cx="11185855" cy="0"/>
          </a:xfrm>
          <a:prstGeom prst="line">
            <a:avLst/>
          </a:prstGeom>
          <a:noFill/>
          <a:ln w="12700">
            <a:solidFill>
              <a:srgbClr val="C7CFD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2514600"/>
            <a:ext cx="11185855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Rastreamento de execução das funções que aparecem em Aula10_Teoria.pptx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502920" y="3200400"/>
            <a:ext cx="11185855" cy="2377440"/>
          </a:xfrm>
          <a:prstGeom prst="rect">
            <a:avLst/>
          </a:prstGeom>
          <a:solidFill>
            <a:srgbClr val="F2F4F7"/>
          </a:solidFill>
          <a:ln w="9525">
            <a:solidFill>
              <a:srgbClr val="C7CFDA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02920" y="3200400"/>
            <a:ext cx="54864" cy="2377440"/>
          </a:xfrm>
          <a:prstGeom prst="rect">
            <a:avLst/>
          </a:prstGeom>
          <a:solidFill>
            <a:srgbClr val="B5651D"/>
          </a:solidFill>
          <a:ln/>
        </p:spPr>
      </p:sp>
      <p:sp>
        <p:nvSpPr>
          <p:cNvPr id="8" name="Text 6"/>
          <p:cNvSpPr/>
          <p:nvPr/>
        </p:nvSpPr>
        <p:spPr>
          <a:xfrm>
            <a:off x="731520" y="3337560"/>
            <a:ext cx="10728655" cy="2103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i="1" dirty="0">
                <a:solidFill>
                  <a:srgbClr val="3A45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Este slide não contém células de código Julia/Pluto — é uma aula conceitual (abstração, especialização, tipos de dados) ilustrada com exemplos do dia a dia (dirigir um carro, gavetas de roupa) e comparações entre representações (1, 1.0, "one", 1//1). Não há função para rastrear.</a:t>
            </a:r>
            <a:endParaRPr lang="en-US" sz="15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2026-08-23T16:31:16Z</dcterms:created>
  <dcterms:modified xsi:type="dcterms:W3CDTF">2026-08-23T16:31:16Z</dcterms:modified>
</cp:coreProperties>
</file>