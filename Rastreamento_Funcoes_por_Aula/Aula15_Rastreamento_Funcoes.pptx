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e Discussão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Aula15_Teoria.pptx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1. O que o Pluto tornou visível?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691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691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[7, 8, 6, 9]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sum(notas) / length(notas)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md"""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Notas: $notas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Média: $media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185855" cy="3383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154680"/>
            <a:ext cx="54864" cy="3383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1072865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[7, 8, 6, 9]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 = 7.5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3. Onde usamos pensamento indutivo?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[2, 4, 6, 8, 10]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 = "somar 2"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 = last(seq) + 2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4, 6, 8, 10]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(último elemento de 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+ 2 = 12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6. Onde apareceu generalização?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5582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5582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41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media(notas)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sum(notas) /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21330"/>
            <a:ext cx="11185855" cy="35166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21330"/>
            <a:ext cx="54864" cy="35166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2770"/>
            <a:ext cx="10728655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21, length = 3 → 21/3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27, length = 3 → 27/3 = 9.0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2026-08-23T16:31:17Z</dcterms:created>
  <dcterms:modified xsi:type="dcterms:W3CDTF">2026-08-23T16:31:17Z</dcterms:modified>
</cp:coreProperties>
</file>