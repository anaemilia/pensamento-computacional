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11858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Noções dos Limites da Computação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11185855" cy="0"/>
          </a:xfrm>
          <a:prstGeom prst="line">
            <a:avLst/>
          </a:prstGeom>
          <a:noFill/>
          <a:ln w="12700">
            <a:solidFill>
              <a:srgbClr val="C7CF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14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de execução das funções que aparecem em Aula09_Teoria.pptx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tarefa com função rastreada nos slides a seguir.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09  ·  Bloco 9 · Tarefa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avaliar a adequação de uma representação?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 = [1,1,2,3,5,8]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= sum(dados)/length(dados)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maximo = maximum(dados)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1, 2, 3, 5, 8]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sum(dados)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length(dados)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6 = 3.333...  (≈ 3,33)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maximum(dados)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2026-08-23T16:31:16Z</dcterms:created>
  <dcterms:modified xsi:type="dcterms:W3CDTF">2026-08-23T16:31:16Z</dcterms:modified>
</cp:coreProperties>
</file>