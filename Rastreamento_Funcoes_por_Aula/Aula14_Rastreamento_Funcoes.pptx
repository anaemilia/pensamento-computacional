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de Algoritmos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Aula14_Teoria.pptx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tarefas com função rastreada nos slides a seguir.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Laço simples ("crescimento linear")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soma(v) — qual é a resultante para um vetor genérico?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9202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9202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soma(v)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 in v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 += x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11185855" cy="31546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383280"/>
            <a:ext cx="54864" cy="31546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74720"/>
            <a:ext cx="10728655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parte de 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cada x em v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acumula s + x (uma soma por elemento — não há valor concreto de v neste slide, então o traço é estrutural)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soma(v)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retorna s = soma de todos os elementos de v, ao final do laço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Fibonacci recursivo ingênuo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fib(n) — árvore de chamadas para fib(5), como no slide "Árvore de chamadas"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21488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21488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fib(n)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fib(n-1) + fib(n-2)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chamada: fib(5)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611880"/>
            <a:ext cx="11185855" cy="29260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611880"/>
            <a:ext cx="54864" cy="29260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03320"/>
            <a:ext cx="1072865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fib(5)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fib(4) + fib(3)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fib(4)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fib(3) + fib(2)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fib(3)  (chamada 2×)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fib(2) + fib(1), em cada uma das duas vezes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fib(2)  (chamada 3×)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fib(1) + fib(0), em cada uma das três vezes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fib(1)  (caso-base, chamado 5×)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retorna 1 diretamente, sem nova chamada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fib(0)  (caso-base, chamado 3×)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retorna 0 diretamente, sem nova chamada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de chamadas à função fib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(1×fib(5) + 1×fib(4) + 2×fib(3) + 3×fib(2) + 5×fib(1) + 3×fib(0))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fib(5)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(resultado final, depois de somar toda a árvore)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Fibonacci iterativo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fib_iter(n) — passo a passo para fib_iter(5)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2205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2205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2059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fib_iter(n)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0, 1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2:n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a, b = b, a + b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== 0 ? 0 : b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chamada: fib_iter(5)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669030"/>
            <a:ext cx="11185855" cy="2868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669030"/>
            <a:ext cx="54864" cy="2868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60470"/>
            <a:ext cx="10728655" cy="2686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começam em 0, 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2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1, 0+1  →  a=1, b=1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1, 1+1  →  a=1, b=2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4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2, 1+2  →  a=2, b=3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 = 3, 2+3  →  a=3, b=5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fib_iter(5)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(n ≠ 0, então retorna b)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Experimento 1: laços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ops_linear, ops_quadratico, ops_cubico — para n = 20 (valor padrão do slider @bind n Slider(1:100, default=20))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5582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5582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411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ops_linear(n) = 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ops_quadratico(n) = n^2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ops_cubico(n) = n^3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 ops_linear(n) ops_quadratico(n) ops_cubico(n)]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021330"/>
            <a:ext cx="11185855" cy="35166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021330"/>
            <a:ext cx="54864" cy="35166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12770"/>
            <a:ext cx="10728655" cy="3333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(valor padrão do slider)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ops_linear(20)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ops_quadratico(20)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20² = 400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ops_cubico(20)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20³ = 8000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(vetor-linha)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[20  20  400  8000]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Experimento 3: Fibonacci (contagem de chamadas)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calls_naive(n) — quantas chamadas a recorrência prevê, para n = 5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calls_naive(n) = n &lt;= 1 ? 1 : calls_naive(n-1) + calls_naive(n-2) + 1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chamada: calls_naive(5)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(caso-base)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calls_naive(1)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(caso-base)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calls_naive(2)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calls_naive(1) + calls_naive(0) + 1 = 1 + 1 + 1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calls_naive(3)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calls_naive(2) + calls_naive(1) + 1 = 3 + 1 + 1 = 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calls_naive(4)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calls_naive(3) + calls_naive(2) + 1 = 5 + 3 + 1 = 9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calls_naive(5)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calls_naive(4) + calls_naive(3) + 1 = 9 + 5 + 1 = 15  (bate exatamente com o total de chamadas contado na árvore de fib(5) acima)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14  ·  Experimento 4: custo marginal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delta(T, n) — para as funções linear e quadratica, em n = 4 (a mesma linha da tabela "Custo local estável"/"Custo local crescente")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9202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9202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delta(T, n) = T(n) - T(n-1)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linear(n) = 3n + 5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quadratica(n) = n^2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delta(linear, 4)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delta(quadratica, 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383280"/>
            <a:ext cx="11185855" cy="31546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383280"/>
            <a:ext cx="54864" cy="31546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74720"/>
            <a:ext cx="10728655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delta(T, n)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recebe uma função T como argumento e calcula T(n) − T(n−1)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linear(4)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3×4+5 = 17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linear(3)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3×3+5 = 14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delta(linear, 4)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17 − 14 = 3  (confere com ΔT(n)=3 da tabela "T(n)=3n+5")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quadratica(4)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4² = 16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quadratica(3)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3² = 9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delta(quadratica, 4)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16 − 9 = 7  (confere com ΔT(n)=7 da linha n=4 da tabela "T(n)=n²")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2026-08-23T16:31:17Z</dcterms:created>
  <dcterms:modified xsi:type="dcterms:W3CDTF">2026-08-23T16:31:17Z</dcterms:modified>
</cp:coreProperties>
</file>