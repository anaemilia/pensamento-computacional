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e Algoritmos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Aula04_Teoria.pptx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tarefas com função rastreada nos slides a seguir.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·  Tarefa 4.2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representar entrada, processo e saída?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[8.0, 6.0, 7.5]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sum(notas)/length(notas)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[8.0, 6.0, 7.5]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21.5 / 3 = 7.1666...  (≈ 7,17)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·  Tarefa 4.3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decompor um algoritmo de média?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3106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3106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16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[8.0, 6.0, 7.5]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 = sum(notas)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 = 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soma / tamanho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73680"/>
            <a:ext cx="11185855" cy="37642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773680"/>
            <a:ext cx="54864" cy="37642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65120"/>
            <a:ext cx="10728655" cy="3581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[8.0, 6.0, 7.5]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 = 21.5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21.5 / 3 = 7.1666...  (≈ 7,17)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·  Tarefa 4.7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algoritmo em função?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calcula_media(notas)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sum(notas) / 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calcula_media(notas)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função: soma as notas e divide pela quantidade de notas — não é chamada neste slide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·  Tarefa 4.8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depurar um algoritmo?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[8, 6, 7]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media_errada = sum(notas) /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[8, 6, 7]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media_errada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 = 10.5  (errado: divide por 2 em vez de por length(notas) = 3 — o valor correto seria 7)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·  Tarefa 4.9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testar um algoritmo com casos diversos?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= [[10,10], [0,0], [7,7]]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[calcula_media(c) for c in casos]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[[10, 10], [0, 0], [7, 7]]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calcula_media aplicada a cada caso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calcula_media([10,10]) = sum([10,10])/length([10,10]) = 20/2 = 10.0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calcula_media([0,0]) = 0/2 = 0.0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calcula_media([7,7]) = 14/2 = 7.0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[10.0, 0.0, 7.0]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2026-08-23T16:31:16Z</dcterms:created>
  <dcterms:modified xsi:type="dcterms:W3CDTF">2026-08-23T16:31:16Z</dcterms:modified>
</cp:coreProperties>
</file>