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Definindo Novos Tipos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12700">
            <a:solidFill>
              <a:srgbClr val="C7C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execução das funções que aparecem em Aula11_Teoria.pptx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tarefas com função rastreada nos slides a seguir.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 ·  Exemplo — Tipo e Instância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criar uma instância de um novo tipo?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21488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21488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Carro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marca::String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modelo::String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ano::Int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velocidade::Float64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fim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meu_carro = Carro("Toyota", "Corolla", 2023, 0.0)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611880"/>
            <a:ext cx="11185855" cy="29260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611880"/>
            <a:ext cx="54864" cy="29260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03320"/>
            <a:ext cx="1072865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Carro(...)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chama o construtor do tipo Carro, associando cada argumento posicional ao campo correspondente: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"Toyota"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"Corolla"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velocidade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meu_carro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Carro("Toyota", "Corolla", 2023, 0.0)  (uma instância do tipo Carro)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  ·  Exemplo — Criando e Modificando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criar e depois modificar uma instância mutável?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233172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233172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ContaBancaria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titular::CadeiaDeCaractere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saldo::Número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ativa::VerdadeiroOuFalso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fim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 = ContaBancaria("Maria Silva", 1000.0, verdadeiro)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Agora podemos modificar!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conta.saldo = 1500.0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conta.ativa = falso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794760"/>
            <a:ext cx="11185855" cy="274320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794760"/>
            <a:ext cx="54864" cy="274320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86200"/>
            <a:ext cx="1072865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ContaBancaria(...)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chama o construtor, associando cada argumento posicional ao campo correspondente: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titular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"Maria Silva"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ativa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verdadeiro (true)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ContaBancaria("Maria Silva", 1000.0, verdadeiro)  (uma instância mutável)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conta.saldo = 1500.0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sobrescreve o campo saldo — conta passa a ter saldo = 1500.0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conta.ativa = falso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sobrescreve o campo ativa — conta passa a ter ativa = falso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2026-08-23T16:31:17Z</dcterms:created>
  <dcterms:modified xsi:type="dcterms:W3CDTF">2026-08-23T16:31:17Z</dcterms:modified>
</cp:coreProperties>
</file>