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5120640"/>
            <a:ext cx="3108960" cy="310896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12 DE 15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Ações Ligadas a Categorias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aprender a criar tipos, vamos ver como a categoria de uma informação define quais ações fazem sentido para ela.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05256" y="5477256"/>
            <a:ext cx="658368" cy="658368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5641848"/>
            <a:ext cx="329184" cy="3291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819656" y="5477256"/>
            <a:ext cx="658368" cy="658368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48" y="5641848"/>
            <a:ext cx="329184" cy="3291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34056" y="5477256"/>
            <a:ext cx="658368" cy="658368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648" y="564184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12 · Ações Ligadas a Categorias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Ações no dia a dia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nosso cotidiano, diferentes categorias de coisas pedem ações específicas. Reconhecer o tipo de informação com que lidamos ajuda a escolher a ação certa para resolver um problema de forma lógica e eficiente.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240280"/>
            <a:ext cx="5257800" cy="2103120"/>
          </a:xfrm>
          <a:prstGeom prst="roundRect">
            <a:avLst>
              <a:gd name="adj" fmla="val 5217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468880"/>
            <a:ext cx="731520" cy="7315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63347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25146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Frutas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914400" y="333756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próprias como descascar ou espremer fazem sentido para essa categoria — mas não para roupas, por exemplo.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355080" y="2240280"/>
            <a:ext cx="5257800" cy="2103120"/>
          </a:xfrm>
          <a:prstGeom prst="roundRect">
            <a:avLst>
              <a:gd name="adj" fmla="val 5217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75120" y="2468880"/>
            <a:ext cx="731520" cy="7315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63347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43800" y="25146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Roupas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720840" y="333756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próprias como lavar ou dobrar fazem sentido para essa categoria — cada tipo de coisa tem seu jeito de ser usado.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1B3A5C"/>
          </a:solidFill>
          <a:ln/>
        </p:spPr>
      </p:sp>
      <p:sp>
        <p:nvSpPr>
          <p:cNvPr id="17" name="Shape 12"/>
          <p:cNvSpPr/>
          <p:nvPr/>
        </p:nvSpPr>
        <p:spPr>
          <a:xfrm>
            <a:off x="937260" y="4937760"/>
            <a:ext cx="777240" cy="77724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139" y="5112639"/>
            <a:ext cx="427482" cy="42748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28800" y="480060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Ações que atravessam categorias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828800" y="521208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Organizar, separar e classificar são ações genéricas: servem para frutas, roupas e muitas outras categorias ao mesmo tempo.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12 · Ações Ligadas a Categorias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Ações Genéricas e Especializadas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EAF3F4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1600200"/>
            <a:ext cx="822960" cy="82296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566" y="1785366"/>
            <a:ext cx="452628" cy="4526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560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Ação Genérica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914400" y="3063240"/>
            <a:ext cx="4526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que pode ser aplicada a diferentes tipos de informações ou situações.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Flexível e reutilizável em vários contextos, sem precisar ser refeita a cada vez.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problemas variados com uma única lógica de pensamento.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355080" y="132588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FBF0E3"/>
          </a:solidFill>
          <a:ln/>
        </p:spPr>
      </p:sp>
      <p:sp>
        <p:nvSpPr>
          <p:cNvPr id="11" name="Shape 7"/>
          <p:cNvSpPr/>
          <p:nvPr/>
        </p:nvSpPr>
        <p:spPr>
          <a:xfrm>
            <a:off x="6720840" y="1600200"/>
            <a:ext cx="822960" cy="82296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006" y="1785366"/>
            <a:ext cx="452628" cy="4526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2560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7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Ação Especializada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6720840" y="3063240"/>
            <a:ext cx="4526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pensada para situações específicas, feita sob medida para um tipo de informação.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máximo desempenho e precisão diante de necessidades bem definidas.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 em eficiência quando o contexto de uso já é conhecido.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534924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1B3A5C"/>
          </a:solidFill>
          <a:ln/>
        </p:spPr>
      </p:sp>
      <p:sp>
        <p:nvSpPr>
          <p:cNvPr id="16" name="Shape 11"/>
          <p:cNvSpPr/>
          <p:nvPr/>
        </p:nvSpPr>
        <p:spPr>
          <a:xfrm>
            <a:off x="937260" y="5509260"/>
            <a:ext cx="685800" cy="68580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" y="5680710"/>
            <a:ext cx="342900" cy="342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83080" y="5458968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técnica —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compilador da linguagem Julia gera código otimizado para cada combinação de tipos usada, sem intervenção manual: um exemplo real de ação especializada aplicada automaticamente a partir de uma ação genérica.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12 · Ações Ligadas a Categorias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Ação Genérica à Escolha Adequada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função genérica é uma ação ampla que pode ser realizada de várias maneiras diferentes, dependendo da situação. Cada forma de executá-la é um "modo de fazer" próprio.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3246120" cy="356616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05940" y="1783080"/>
            <a:ext cx="731520" cy="731520"/>
          </a:xfrm>
          <a:prstGeom prst="ellipse">
            <a:avLst/>
          </a:prstGeom>
          <a:solidFill>
            <a:srgbClr val="E896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059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828800" y="2766060"/>
            <a:ext cx="685800" cy="68580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105" y="2920365"/>
            <a:ext cx="377190" cy="3771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361188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Ação Genérica / Função Genérica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822960" y="429768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geral que determina como algo deve funcionar de forma ampla; define o jeito básico de agir em diferentes contextos, servindo como modelo comum para várias situações.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849624" y="3794760"/>
            <a:ext cx="301752" cy="274320"/>
          </a:xfrm>
          <a:prstGeom prst="rightArrow">
            <a:avLst/>
          </a:prstGeom>
          <a:solidFill>
            <a:srgbClr val="E8963C"/>
          </a:solidFill>
          <a:ln/>
        </p:spPr>
      </p:sp>
      <p:sp>
        <p:nvSpPr>
          <p:cNvPr id="14" name="Shape 10"/>
          <p:cNvSpPr/>
          <p:nvPr/>
        </p:nvSpPr>
        <p:spPr>
          <a:xfrm>
            <a:off x="4206240" y="2148840"/>
            <a:ext cx="3246120" cy="356616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63540" y="1783080"/>
            <a:ext cx="731520" cy="731520"/>
          </a:xfrm>
          <a:prstGeom prst="ellipse">
            <a:avLst/>
          </a:prstGeom>
          <a:solidFill>
            <a:srgbClr val="E896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635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5486400" y="2766060"/>
            <a:ext cx="685800" cy="68580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705" y="2920365"/>
            <a:ext cx="377190" cy="3771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434840" y="361188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Específicos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4480560" y="429768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particulares de realizar uma ação, adaptadas conforme a situação ou tipo de informação; cada método é uma maneira própria de agir, ajustada ao contexto.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507224" y="3794760"/>
            <a:ext cx="301752" cy="274320"/>
          </a:xfrm>
          <a:prstGeom prst="rightArrow">
            <a:avLst/>
          </a:prstGeom>
          <a:solidFill>
            <a:srgbClr val="E8963C"/>
          </a:solidFill>
          <a:ln/>
        </p:spPr>
      </p:sp>
      <p:sp>
        <p:nvSpPr>
          <p:cNvPr id="22" name="Shape 17"/>
          <p:cNvSpPr/>
          <p:nvPr/>
        </p:nvSpPr>
        <p:spPr>
          <a:xfrm>
            <a:off x="7863840" y="2148840"/>
            <a:ext cx="3246120" cy="356616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121140" y="1783080"/>
            <a:ext cx="731520" cy="731520"/>
          </a:xfrm>
          <a:prstGeom prst="ellipse">
            <a:avLst/>
          </a:prstGeom>
          <a:solidFill>
            <a:srgbClr val="E896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1211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9144000" y="2766060"/>
            <a:ext cx="685800" cy="68580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8305" y="2920365"/>
            <a:ext cx="377190" cy="37719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092440" y="361188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Escolha Adequada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8138160" y="429768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escolha da melhor forma de agir diante de uma situação; envolve analisar o contexto e decidir qual atitude é mais adequada para o resultado desejado.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12 · Ações Ligadas a Categorias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3657600" cy="365760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754880"/>
            <a:ext cx="3291840" cy="329184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síntese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Categoria da informação define a ação certa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660904"/>
            <a:ext cx="128016" cy="128016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4688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genéricas são flexíveis e reutilizáveis; ações especializadas priorizam desempenho em contextos definidos.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282696"/>
            <a:ext cx="128016" cy="128016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0906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função genérica pode ter vários métodos específicos, escolhidos conforme a situação.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904488"/>
            <a:ext cx="128016" cy="128016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7124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o tipo de informação é o primeiro passo para escolher a ação mais eficiente.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892040"/>
            <a:ext cx="10332720" cy="1234440"/>
          </a:xfrm>
          <a:prstGeom prst="roundRect">
            <a:avLst>
              <a:gd name="adj" fmla="val 8889"/>
            </a:avLst>
          </a:prstGeom>
          <a:solidFill>
            <a:srgbClr val="1E3B5C"/>
          </a:solidFill>
          <a:ln/>
        </p:spPr>
      </p:sp>
      <p:sp>
        <p:nvSpPr>
          <p:cNvPr id="13" name="Shape 11"/>
          <p:cNvSpPr/>
          <p:nvPr/>
        </p:nvSpPr>
        <p:spPr>
          <a:xfrm>
            <a:off x="1211580" y="5120640"/>
            <a:ext cx="777240" cy="77724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5308092"/>
            <a:ext cx="402336" cy="40233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148840" y="5074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 — Aula 13: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e Estruturas de Dados.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12 · Ações Ligadas a Categorias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2026-08-20T19:01:34Z</dcterms:created>
  <dcterms:modified xsi:type="dcterms:W3CDTF">2026-08-20T19:01:34Z</dcterms:modified>
</cp:coreProperties>
</file>