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59" r:id="rId5"/>
    <p:sldId id="260" r:id="rId6"/>
    <p:sldId id="269" r:id="rId20"/>
    <p:sldId id="261" r:id="rId7"/>
    <p:sldId id="262" r:id="rId8"/>
    <p:sldId id="263" r:id="rId9"/>
    <p:sldId id="270" r:id="rId21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Fechamento para discussão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DEAF2"/>
                </a:solidFill>
              </a:rPr>
              <a:t>Julia e Pluto na disciplina de Pensamento Computacional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7D9"/>
                </a:solidFill>
              </a:rPr>
              <a:t>PROFCOMP · Mestrado Profissional em Computação em Rede Nacional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01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22B3A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código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variáveis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funções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4361688"/>
            <a:ext cx="77724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43F50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gráfico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tabela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4361688"/>
            <a:ext cx="77724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753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84D5B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discussão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interpretação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limites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linguagem aparece como meio para representar, testar, visualizar e discutir problemas.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B2A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Sumário do fechamento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Perguntas de discussão e tarefas curtas para o treino inicial em Pluto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Visibilidade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347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 que o Pluto tornou visível que ficaria menos evidente em código tradicional?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1323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Reatividade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3347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A reatividade ajudou a perceber relações entre variáveis?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1323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Indução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3347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indutivo?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Dedução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3347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dedutivo?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24535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Decomposição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6559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tarefas exigiram decomposição?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4535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Generalização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6559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generalização?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4535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Transformação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6559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transformação de dados?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4535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Limites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6559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foram os limites dos modelos criados?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713232" y="5669280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797296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B2A"/>
                </a:solidFill>
              </a:rPr>
              <a:t>Parâmetro qualitativo do relato: avaliar a tarefa pelo que ela permite representar, manipular, visualizar, comparar, interpretar, reconstruir e justificar.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1. O que o Pluto tornou visível?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representação como mediação conceitual e visualização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[7, 8, 6, 9]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md"""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Notas: $notas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Média: $media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"""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as células separadas de dados, cálculo e texto.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Apontar o que ficou explícito na relação entre entrada, processamento e saída.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com um script linear e registrar o que ficaria “escondido”.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visualização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Uma frase sobre o que se tornou observável no notebook.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2. A reatividade ajudou a perceber relações?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manipulação de parâmetros, feedback imediato e comparação entre estados.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 = 100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tempo = 10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 = valor * (1 + taxa)^tempo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Alterar taxa e tempo, executando a célula de entrada.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quais resultados mudam sem reescrever o algoritmo.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a relação causal entre variável alterada e resultado.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Manipulação + feedback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Tabela curta: alteração feita → efeito observado.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3. Onde usamos pensamento indutivo?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investigação exploratória, padrões observados e formulação de hipóteses.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6, 8, 10]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"somar 2"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last(seq) + 2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três sequências diferentes.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Formular uma hipótese para cada padrão.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Testar a hipótese gerando o próximo termo.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Investigação exploratória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Hipótese + teste + revisão quando a regra falhar.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4. Onde usamos pensamento dedutivo?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aplicação de regras gerais a casos particulares.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numero = 14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numero % 2 == 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Escrever a regra antes de executar o código.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regra a cinco números diferentes.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Verificar se a saída confirma a previsão.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Modelo qualitativo → quantitativo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Regra geral, casos testados e justificativa.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5. Quais tarefas exigiram decomposição?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interação baseada em tarefas e organização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n1, n2, n3 = 8, 6, 7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(n1 + n2 + n3) / 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Separar o problema em entrada, processamento e saída.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Criar uma célula para cada parte.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Identificar que mudança em uma parte afeta as demais.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Interação por tarefa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Mapa Entrada → Processo → Saída.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6. Onde apareceu generalização?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reconstrução de estratégia e passagem do caso particular para função.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media([10, 9, 8])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Resolver primeiro um caso manualmente.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Transformar o cálculo repetido em função.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função a casos novos e comparar.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Flexibilidade notacional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Descrição do que a função generalizou.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7. Onde apareceu transformação de dados?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transformar representações sem perder o sentido do dado.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pares = [celsius fahrenheit]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o significado dos dados originais.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uma regra de transformação.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as duas representações e interpretar.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transformação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Antes/depois com explicação do que mudou.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8. Quais são os limites dos modelos?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reflexão metaconceitual e crítica ao resultado computacional.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20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 = pop0 * (1 + taxa)^anos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o modelo e interpretar o resultado.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Listar três fatores que o modelo ignora.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Reescrever a pergunta para torná-la mais responsável.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Limite da ferramenta + reflexão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Lista de pressupostos e limites do modelo.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Síntese para a discussão final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Julia não é o fim; o notebook é um espaço de investigação, representação e reflexão.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3364992"/>
            <a:ext cx="141732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23760" y="3364992"/>
            <a:ext cx="132588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Representar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dados, relações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modelos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3951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Testar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3951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hipóteses, regras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variações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85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Discutir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085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interpretações, erros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limites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5504688"/>
            <a:ext cx="5897880" cy="493776"/>
          </a:xfrm>
          <a:prstGeom prst="roundRect">
            <a:avLst>
              <a:gd name="adj" fmla="val 1481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56509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B2A"/>
                </a:solidFill>
              </a:rPr>
              <a:t>Critério central do relato: avaliar o percurso da tarefa, não apenas o código final.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Referências essenciais do relato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Bibliografia do relato usada como parâmetro qualitativo para as tarefas.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QUEIROZ, A. E. de M. A conceitualização sobre estruturas aditivas e multiplicativas no uso de expressões da representação visual em uma interface educativa. Tese, UFES, 2012.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SUMNER, M. Characterizing interaction with visual mathematical representations. International Journal of Computers for Mathematical Learning, 2006.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8580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KLAWE, M.; WESTROM, M. Role of interface manipulation style and scaffolding on cognition and concept learning in learnware. ACM TOCHI, 2001.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68580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DE-SOUZA, C. S.; SEDIG, K. Semiotic considerations on direct concept manipulation as a distinct interface style for learnware, 2001.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8580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WOOD, D.; BRUNER, J. S.; ROSS, G. The role of tutoring in problem solving. Journal of Child Psychology and Psychiatry, 1976.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21792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GÉRARD, V. A comprehensive theory of representation for mathematics education. Journal of Mathematical Behavior, 1998.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21792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VERGNAUD, G. Psicologia do desenvolvimento cognitivo e didáctica das matemáticas: as estruturas aditivas. Análise Psicológica, 1986.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21792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GOLDIN, G.; KAPUT, J. A joint perspective on representation in learning and doing mathematics. In: Theories of Mathematical Learning, 1996.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621792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KAPUT, J. J. The representational roles of technology in connecting mathematics with authentic experience. 1994.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21792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VALENTE, J. A. et al. O computador na sociedade do conhecimento. Campinas: Unicamp/NIED, 1999.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685800" y="5943600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EEF6F8"/>
          </a:solidFill>
          <a:ln w="12700">
            <a:solidFill>
              <a:srgbClr val="EEF6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6044184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16B"/>
                </a:solidFill>
              </a:rPr>
              <a:t>As referências foram selecionadas da bibliografia do relato e da tese que o fundamenta, com foco em representação, interação, manipulação, feedback, modelização e reflexão.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1. O que o Pluto tornou visível?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691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691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[7, 8, 6, 9]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sum(notas) / length(notas)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md"""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Notas: $notas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Média: $media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1185855" cy="3383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154680"/>
            <a:ext cx="54864" cy="3383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1072865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[7, 8, 6, 9]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 = 7.5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3. Onde usamos pensamento indutivo?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[2, 4, 6, 8, 10]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 = "somar 2"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 = last(seq) + 2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4, 6, 8, 10]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last(seq)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(último elemento de 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+ 2 = 12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6. Onde apareceu generalização?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5582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5582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411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media(notas)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sum(notas) /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9, 8])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021330"/>
            <a:ext cx="11185855" cy="35166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21330"/>
            <a:ext cx="54864" cy="35166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12770"/>
            <a:ext cx="10728655" cy="3333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21, length = 3 → 21/3 = 7.0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9, 8])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27, length = 3 → 27/3 = 9.0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UNIVASF / 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Julia e Pluto no PROFCOMP — Fechamento para discussão</dc:title>
  <dc:subject>Fechamento para discussão: Julia e Pluto no Pensamento Computacional</dc:subject>
  <dc:creator>OpenAI</dc:creator>
  <cp:lastModifiedBy>OpenAI</cp:lastModifiedBy>
  <cp:revision>1</cp:revision>
  <dcterms:created xsi:type="dcterms:W3CDTF">2026-06-04T17:09:19Z</dcterms:created>
  <dcterms:modified xsi:type="dcterms:W3CDTF">2026-06-04T17:09:19Z</dcterms:modified>
</cp:coreProperties>
</file>