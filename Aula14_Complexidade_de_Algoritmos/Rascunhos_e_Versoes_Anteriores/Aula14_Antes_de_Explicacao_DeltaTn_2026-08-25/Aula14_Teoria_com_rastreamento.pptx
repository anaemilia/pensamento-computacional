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4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7.xml"/><Relationship Id="rId23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41.xml"/><Relationship Id="rId32" Type="http://schemas.openxmlformats.org/officeDocument/2006/relationships/slide" Target="slides/slide40.xml"/><Relationship Id="rId33" Type="http://schemas.openxmlformats.org/officeDocument/2006/relationships/slide" Target="slides/slide39.xml"/><Relationship Id="rId34" Type="http://schemas.openxmlformats.org/officeDocument/2006/relationships/slide" Target="slides/slide26.xml"/><Relationship Id="rId35" Type="http://schemas.openxmlformats.org/officeDocument/2006/relationships/slide" Target="slides/slide18.xml"/><Relationship Id="rId36" Type="http://schemas.openxmlformats.org/officeDocument/2006/relationships/slide" Target="slides/slide25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3.xml"/><Relationship Id="rId51" Type="http://schemas.openxmlformats.org/officeDocument/2006/relationships/slide" Target="slides/slide28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