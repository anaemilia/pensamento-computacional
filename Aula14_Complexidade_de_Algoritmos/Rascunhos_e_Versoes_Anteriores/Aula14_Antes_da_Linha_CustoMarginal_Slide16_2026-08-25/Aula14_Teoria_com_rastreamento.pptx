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313" r:id="rId31"/>
    <p:sldId id="275" r:id="rId21"/>
    <p:sldId id="312" r:id="rId32"/>
    <p:sldId id="314" r:id="rId28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311" r:id="rId33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6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9.xml"/><Relationship Id="rId23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5.xml"/><Relationship Id="rId28" Type="http://schemas.openxmlformats.org/officeDocument/2006/relationships/slide" Target="slides/slide42.xml"/><Relationship Id="rId29" Type="http://schemas.openxmlformats.org/officeDocument/2006/relationships/slide" Target="slides/slide37.xml"/><Relationship Id="rId30" Type="http://schemas.openxmlformats.org/officeDocument/2006/relationships/slide" Target="slides/slide38.xml"/><Relationship Id="rId31" Type="http://schemas.openxmlformats.org/officeDocument/2006/relationships/slide" Target="slides/slide23.xml"/><Relationship Id="rId32" Type="http://schemas.openxmlformats.org/officeDocument/2006/relationships/slide" Target="slides/slide25.xml"/><Relationship Id="rId33" Type="http://schemas.openxmlformats.org/officeDocument/2006/relationships/slide" Target="slides/slide34.xml"/><Relationship Id="rId34" Type="http://schemas.openxmlformats.org/officeDocument/2006/relationships/slide" Target="slides/slide28.xml"/><Relationship Id="rId35" Type="http://schemas.openxmlformats.org/officeDocument/2006/relationships/slide" Target="slides/slide18.xml"/><Relationship Id="rId36" Type="http://schemas.openxmlformats.org/officeDocument/2006/relationships/slide" Target="slides/slide27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6.xml"/><Relationship Id="rId51" Type="http://schemas.openxmlformats.org/officeDocument/2006/relationships/slide" Target="slides/slide30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2n + 4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≈ n (supondo c = 1)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é sempre 3, não importa se n é 5 ou 50 — por isso o gráfico sobe em linha reta (ex.: T(5) = 20 e T(4) = 17, logo ΔT(5) = 20 − 17 = 3).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embalar caixas idênticas — cada caixa nova leva sempre os mesmos 3 minutos para fechar, não importa quantas já foram embaladas.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Linear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3n + 5: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 + 5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cresce junto com n (2n − 1) — por isso o gráfico curva para cima, cada vez mais rápido (ex.: T(5) = 25 e T(4) = 16, logo ΔT(5) = 25 − 16 = 9).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é o aperto de mãos da atividade — quem chega cumprimenta todo mundo que já está no grupo, então o custo extra cresce junto com n.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Quadrático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n²: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n²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 = 2n − 1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 recorrência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Calculando T(n) = T(n−1) + T(n−2) + 1 passo a passo, a partir de T(0) = T(1) =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78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000"/>
                <a:gridCol w="1550000"/>
                <a:gridCol w="1550000"/>
                <a:gridCol w="1550000"/>
                <a:gridCol w="1550000"/>
                <a:gridCol w="1550000"/>
                <a:gridCol w="155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41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CUSTO MARGINAL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mãos,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Aplicando a fórmula do aperto de mãos (n·(n−1)/2) a um grupo real, com cada cumprimento levando 3 segundos: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229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000"/>
                <a:gridCol w="1970000"/>
                <a:gridCol w="1970000"/>
                <a:gridCol w="1970000"/>
                <a:gridCol w="197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T(n) — tempo total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 min 15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 min 30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21 min 45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ΔT(n) — quem chega por último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12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87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86000"/>
            <a:ext cx="1106424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 é o tamanho do grupo; T(n) é o tempo total já gasto em cumprimentos até esse ponto; ΔT(n) é quanto a última pessoa a chegar gastou cumprimentando quem já estava lá.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T(n) cresce rápido porque soma todos os pares possíveis do grupo — com 30 pessoas (duas turmas juntas) já passa de 21 minutos só em cumprimentos.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não fica fixo: cada pessoa nova custa mais que a anterior, porque encontra um grupo maior pela frente — 12 segundos com 5 pessoas, 87 segundos com 30. É essa progressão que mostra, na prática, um custo marginal crescente.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