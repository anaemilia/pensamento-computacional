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6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9.xml"/><Relationship Id="rId23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5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34.xml"/><Relationship Id="rId34" Type="http://schemas.openxmlformats.org/officeDocument/2006/relationships/slide" Target="slides/slide28.xml"/><Relationship Id="rId35" Type="http://schemas.openxmlformats.org/officeDocument/2006/relationships/slide" Target="slides/slide18.xml"/><Relationship Id="rId36" Type="http://schemas.openxmlformats.org/officeDocument/2006/relationships/slide" Target="slides/slide27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6.xml"/><Relationship Id="rId51" Type="http://schemas.openxmlformats.org/officeDocument/2006/relationships/slide" Target="slides/slide30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é sempre 3, não importa se n é 5 ou 50 — por isso o gráfico sobe em linha reta (ex.: T(5) = 20 e T(4) = 17, logo ΔT(5) = 20 − 17 = 3).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cresce junto com n (2n − 1) — por isso o gráfico curva para cima, cada vez mais rápido (ex.: T(5) = 25 e T(4) = 16, logo ΔT(5) = 25 − 16 = 9).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