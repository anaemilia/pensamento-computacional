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65" r:id="rId11"/>
    <p:sldId id="266" r:id="rId12"/>
    <p:sldId id="274" r:id="rId25"/>
    <p:sldId id="267" r:id="rId13"/>
    <p:sldId id="268" r:id="rId14"/>
    <p:sldId id="269" r:id="rId15"/>
    <p:sldId id="275" r:id="rId26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3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 regras gerais a casos particulares e justificar conclusões?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15  ·  2 horas  ·  Pensamento Dedutivo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dedutivo como aplicação de regras gerais a casos específicos.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dedução de indução (retomando a Aula 2).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implicações lógicas ("se A então B") em código.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testar condições (if/elseif/else) como forma de dedução.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quando uma regra dedutiva é insuficiente.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3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dedutivo?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premissas gerais e aplica regras da lógica para chegar a uma conclusão específica.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premissas são verdadeiras e a regra é válida, a conclusão é necessariamente verdadeira.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clássico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1: todo número par é divisível por 2.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2: 8 é par. Conclusão: 8 é divisível por 2.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X DEDUÇÃO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e dedução se completam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(Aula 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casos e propõe uma regra geral (hipótese).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provável, sujeita a revisão.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Dedução (Aula 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regra geral e aplica a um caso específico.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certa, se as premissas forem verdadeiras.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2 ao Bloco 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indução — generalizar a partir de casos.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problemas e algoritmos — formalizar entrada, processo e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3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regras gerais a casos particulares e justificar conclusões?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3.1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geral decide se um número é par?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número.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regra do resto da divisão.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por que a conclusão decorre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eh_par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Regra, caso e conclusão.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dedução torna explícita a relação entre uma propriedade geral e um caso específico.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3.2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regra em função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regra em função.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vários casos.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justificativa verbal.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de regra e aplicação sistemática.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permite aplicar uma regra geral a muitos casos sem confundir teste com prova.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3.3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implicação lógica em código?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proposições.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"se A então B".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quando a implicação é falsa.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relação lógica.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lógica transforma uma frase em estrutura verificável, favorecendo precisão conceitual.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3.4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condição classifica casos?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valor.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if/elseif/else.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ramo.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"zero"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regra e critérios explícitos.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evidencia que categorias dependem de condições e limites definidos.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3.5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pertencimento a um conjunto?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conjunto de valores.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 elemento.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sentido de pertencer.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como representação de critério.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pertencimento conecta teoria de conjuntos a decisão computacional.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3.6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combinar regras com "e" e "ou"?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duas condições.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Combine-as.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casos de fronteira.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pode_entrar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relações lógicas.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 mostra que algoritmos podem depender de várias relações simultâneas.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3.7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uma saída a partir de uma tabela de regras?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regras de aprovação.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casos variados.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consistência.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escala numérica para categoria.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transforma um dado quantitativo em categoria interpretável.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3.8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uma regra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entradas conhecidas.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saídas esperadas.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resultado e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para validar regra formalizada.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tornam visível se a regra foi corretamente representada.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3.9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explicar por que uma regra é insuficiente?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uma regra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caso que escapa.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 a condição.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representação e necessidade de contexto.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parcial mostra que dedução correta pode ser inadequada se o modelo ignorar variáveis.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3.10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dedutivo?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aplicação e justificativa.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se há casos de fronteira.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revisão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"n%2==0"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"resto zero"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relacional: regra e justificativa conectadas.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da dedução deve verificar a conexão entre regra geral, caso e explicação.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uma regra em função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 = n % 2 == 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ehpar.(1:6)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resto da divisão de n por 2 é igual a 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1:6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ehpar(1)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ehpar(2)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ehpar(3)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ehpar(4)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true, false, true]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deduzir pertencimento a um conjunto?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Set([2,4,6,8])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Set([2,4,6,8])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 o conjunto A = {2, 4, 6, 8}  (sem ordem garantida, sem repetição)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(4 pertence ao conjunto)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(5 não pertence ao conjunto)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uma regra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= [4, 5, 6]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 = [true, false, true]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 == esperado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5, 6]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ehpar(4)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[true, false, true]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comparação com esperado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([true, false, true] == [true, false, true])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