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indutivo e dedutivo na Computação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Indução: inferência a partir de casos e padrões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789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observações/casos: identifica regularidades e propõe generalizações (hipóteses).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computação: mineração de padrões, exemplos de entrada/saída, testes exploratórios e protótipos.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Força: acelera descoberta e modelagem inicial; fraqueza: generalizações podem falhar fora do conjunto observado.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prática: explicitar suposições, coletar contraexemplos e refinar o modelo/algoritmo iterativamente.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6019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 • Unidade 2 • Raciocínio indutivo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indutivo e dedutivo na Computação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Dedução: raciocínio formal e consequências lógicas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789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premissas/regras: deriva conclusões por lógica (se… então…).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computação: especificação (pré/pós-condições), invariantes, contratos, provas e tipos.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Força: garante propriedades (correção/segurança) sob suposições explícitas; limitações: custo e esforço de formalização.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típicas: algoritmos críticos, sistemas distribuídos, segurança, concorrência e verificação de protocolos.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6019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 • Unidade 2 • Raciocínio dedutivo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indutivo e dedutivo na Computação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Complementaridade no ciclo: hipótese → teste → refinamento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789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Indução ajuda a formular hipóteses/modelos; dedução ajuda a derivar implicações e checar consistência.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típico de desenvolvimento: observação → hipótese → implementação → testes → análise → refinamento.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 engenharia: TDD, design iterativo, refatoração orientada por testes e especificações incrementais.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convergir para soluções robustas com justificativas (empíricas e formais) do comportamento.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6019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 • Unidade 2 • Ciclo de desenvolvimento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indutivo e dedutivo na Computação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Implicações metodológicas: evidência, prova, validação e verificação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789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7452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empírica: experimentos, benchmarks, estudos de usuário, logs e análise estatística.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(formal): demonstra propriedades sob um modelo — depende das premissas e do escopo da especificação.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vs. validação: “construí certo?” (verificação) vs. “construí a coisa certa?” (validação).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pesquisa: transparência, reprodutibilidade, ameaças à validade e triangulação (múltiplas fontes de evidência).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6019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Mestrado • Unidade 2 • Métodos e qualidade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Mestrado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Indução &amp; Dedução (4 slides)</dc:title>
  <dc:subject>Pensamento indutivo e dedutivo na Computação</dc:subject>
  <dc:creator>ChatGPT</dc:creator>
  <cp:lastModifiedBy>ChatGPT</cp:lastModifiedBy>
  <cp:revision>1</cp:revision>
  <dcterms:created xsi:type="dcterms:W3CDTF">2026-02-27T15:01:03Z</dcterms:created>
  <dcterms:modified xsi:type="dcterms:W3CDTF">2026-02-27T15:01:03Z</dcterms:modified>
</cp:coreProperties>
</file>