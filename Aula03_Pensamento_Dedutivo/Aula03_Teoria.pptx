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AULA 3 DE 15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aplicar regras gerais a casos particulares e justificar conclusões?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15  ·  2 horas  ·  Pensamento Dedutivo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esperamos desta aula?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4572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FBEEDD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692640" y="4572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68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raciocínio dedutivo como aplicação de regras gerais a casos específicos.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dedução de indução (retomando a Aula 2).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implicações lógicas ("se A então B") em código.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63640" y="187452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testar condições (if/elseif/else) como forma de dedução.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quando uma regra dedutiva é insuficiente.</a:t>
            </a:r>
            <a:endParaRPr lang="en-US" sz="15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as 10 tarefas do Bloco 3 em Julia/Pluto.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CENTRAL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raciocínio dedutivo?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premissas gerais e aplica regras da lógica para chegar a uma conclusão específica.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 premissas são verdadeiras e a regra é válida, a conclusão é necessariamente verdadeira.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clássico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1: todo número par é divisível por 2.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2: 8 é par. Conclusão: 8 é divisível por 2.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 X DEDUÇÃO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e dedução se completam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Indução (Aula 2)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casos e propõe uma regra geral (hipótese).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provável, sujeita a revisão.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Dedução (Aula 3)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uma regra geral e aplica a um caso específico.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certa, se as premissas forem verdadeiras.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8915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768096"/>
            <a:ext cx="10408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Bloco 2 ao Bloco 3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vimos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2: indução — generalizar a partir de casos.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33008" y="160020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53048" y="1856232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vamos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53048" y="2286000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4: problemas e algoritmos — formalizar entrada, processo e saída.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— Aula 3 de 15.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TAREFAS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713232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tarefas em formato de pergunta, com exemplos em Julia/Pluto.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94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aplicar regras gerais a casos particulares e justificar conclusões?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abre a aula; o código serve para tornar a relação conceitual discutível.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 DE 10  ·  3.1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regra geral decide se um número é par?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número.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regra do resto da divisão.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por que a conclusão decorre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eh_par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Regra, caso e conclusão.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dedução torna explícita a relação entre uma propriedade geral e um caso específico.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2 DE 10  ·  3.2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transformar uma regra em função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regra em função.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vários casos.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justificativa verbal.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de regra e aplicação sistemática.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representações indicam modelagem mais bem-sucedida.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final não esgota a aprendizagem do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permite aplicar uma regra geral a muitos casos sem confundir teste com prova.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3 DE 10  ·  3.3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representar implicação lógica em código?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duas proposições.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"se A então B".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quando a implicação é falsa.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relação lógica.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lógica transforma uma frase em estrutura verificável, favorecendo precisão conceitual.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4 DE 10  ·  3.4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condição classifica casos?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valor.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if/elseif/else.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cada ramo.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"negativo"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"zero"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por regra e critérios explícitos.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tabelas e gráficos comunicam histórias diferentes dos dados.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variáveis, relações e restrições.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evidencia que categorias dependem de condições e limites definidos.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DE 10  ·  3.5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pertencimento a um conjunto?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um conjunto de valores.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um elemento.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o sentido de pertencer.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como representação de critério.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expressões exibem aspectos distintos do mesmo conceito.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Articular código, texto, tabela, gráfico e interpretação.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pertencimento conecta teoria de conjuntos a decisão computacional.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6 DE 10  ·  3.6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combinar regras com "e" e "ou"?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duas condições.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Combine-as.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 casos de fronteira.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pode_entrar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de relações lógicas.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qualitativa observa invariantes e relações mobilizadas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condições mostra que algoritmos podem depender de várias relações simultâneas.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7 DE 10  ·  3.7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deduzir uma saída a partir de uma tabela de regras?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regras de aprovação.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a casos variados.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consistência.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situacao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"recuperacao"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de escala numérica para categoria.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Transnumeração torna dados interpretáveis em nova forma.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 ampliam a percepção de propriedades e relações.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explicação do raciocínio desenvolvido.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transforma um dado quantitativo em categoria interpretável.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8 DE 10  ·  3.8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testar uma regra dedutiva?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entradas conhecidas.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saídas esperadas.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resultado e expectativa.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ehpar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esperado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para validar regra formalizada.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revisão, depuração e reconstrução.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visual/textual deve orientar interpretação, não apenas corrigir.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planejadas desenvolvem representação e pensamento de ordem superior.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tornam visível se a regra foi corretamente representada.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9 DE 10  ·  3.9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explicar por que uma regra é insuficiente?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uma regra simples.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caso que escapa.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 a condição.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da representação e necessidade de contexto.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limites da ferramenta e do modelo.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de representação influencia erros, antecipações e reorganizações.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e o tipo de dado influenciam a representação escolhida.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parcial mostra que dedução correta pode ser inadequada se o modelo ignorar variáveis.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344168" y="384048"/>
            <a:ext cx="10298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10 DE 10  ·  3.10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44168" y="658368"/>
            <a:ext cx="1029888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 pensamento dedutivo?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BREVE NO PLUTO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166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regra, aplicação e justificativa.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se há casos de fronteira.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revisão da regra.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035040" y="160020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EM JULIA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965960"/>
            <a:ext cx="5608015" cy="1965960"/>
          </a:xfrm>
          <a:prstGeom prst="roundRect">
            <a:avLst>
              <a:gd name="adj" fmla="val 3721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91072" y="2203704"/>
            <a:ext cx="5095951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"n%2==0"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C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justificativa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D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"resto zero"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E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E9F2F3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QUALITATIVO NA ANÁLISE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relacional: regra e justificativa conectadas.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SOLO ajudam a observar respostas de menor a maior integração.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da tarefa revela mudanças no discurso e na ação.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percurso de pensamento, não apenas o código final.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410048" cy="1965960"/>
          </a:xfrm>
          <a:prstGeom prst="roundRect">
            <a:avLst>
              <a:gd name="adj" fmla="val 3721"/>
            </a:avLst>
          </a:prstGeom>
          <a:solidFill>
            <a:srgbClr val="FBEEDD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07328" y="41605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7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NA APRENDIZAGEM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7328" y="4480560"/>
            <a:ext cx="48614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da dedução deve verificar a conexão entre regra geral, caso e explicação.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DA AULA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Pensamento Dedutivo, em duas ideias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Dedução: da regra geral ao caso específico — certeza lógica, não probabilidade.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hipótese → teste → refinamento usa os dois tipos de raciocínio.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3A5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41655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600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00200" y="4480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4: Problemas e Algoritmos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Pensamento Dedutivo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2026-08-20T20:46:44Z</dcterms:created>
  <dcterms:modified xsi:type="dcterms:W3CDTF">2026-08-20T20:46:44Z</dcterms:modified>
</cp:coreProperties>
</file>