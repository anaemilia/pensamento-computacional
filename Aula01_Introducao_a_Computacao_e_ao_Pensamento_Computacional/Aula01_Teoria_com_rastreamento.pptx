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9D39C4-79A4-4A79-A279-A866E69990F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46E7CE-440A-4C0A-9FDE-073623078C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242499-ACD1-4E36-9351-7FBF7892AA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652A86-4340-40E7-A637-06F7762A95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E4CE19-2EF7-42F8-9D9C-27DBDE7AB5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3C38A0-FC75-4AFD-A0EA-BBBC521CC1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FA013F-5DCD-471F-BF94-2D737C9B81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351472-4955-4080-B597-0B9455E99E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11F934-849F-4A68-AE0B-3749869F460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4292F8-3A9E-461D-B643-7A7ED42D53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7A1170-1681-489D-8F3A-B873483731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C8A33A-226A-41A9-8C40-474D76C8A71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68AD85-3660-44A8-95A3-D601CAA736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8C3889-C307-47FC-BEC6-B52EFE5A95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183D5A-38FF-45B5-98E3-5D28EAF84D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47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2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77240" y="5623560"/>
            <a:ext cx="10605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7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58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17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1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uma lista torna visível uma coleção de casos?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 = 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length(dados)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dados[1]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dados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length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4  (quantidade de elementos em dados)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5925240" y="1750320"/>
            <a:ext cx="5622480" cy="22093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16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4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5897160" y="1886040"/>
            <a:ext cx="5622480" cy="189360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1.6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O que muda quando a saída vira tabela?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 = 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quadrados = dados .^ 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collect(zip(dados, quadrados))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dados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2, 3, 4]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quadrados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4, 9, 16]  (cada elemento de dados elevado ao quadrado)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zip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associa dados e quadrados, posição a posição: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(1, 1)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(2, 4)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(3, 9)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(4, 16)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collect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[(1, 1), (2, 4), (3, 9), (4, 16)]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1.7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uma função sintetiza uma ideia computacional?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dobro(x) = 2x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dobro(4)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dobro(10)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dobro(x)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define a regra 2x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dobro(4)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2 × 4 = 8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dobro(10)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2 × 10 = 20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1.10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avaliar a primeira experiência com Pluto?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502920" y="1298520"/>
            <a:ext cx="11185560" cy="8150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02920" y="1298520"/>
            <a:ext cx="54360" cy="81504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731520" y="1371600"/>
            <a:ext cx="107283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reflexao = "Expliquei a relação entre dados e saída"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length(reflexao)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"/>
          <p:cNvSpPr/>
          <p:nvPr/>
        </p:nvSpPr>
        <p:spPr>
          <a:xfrm>
            <a:off x="502920" y="2278440"/>
            <a:ext cx="11185560" cy="425916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502920" y="2278440"/>
            <a:ext cx="54360" cy="425916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731520" y="2369880"/>
            <a:ext cx="10728360" cy="40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reflexao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"Expliquei a relação entre dados e saída"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length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39  (quantidade de caracteres da string, contando espaços)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2026-08-25T18:29:23Z</dcterms:modified>
  <cp:revision>17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