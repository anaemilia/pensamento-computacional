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C7A8C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1201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· AULA 2 DE 15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Pensamento Indutivo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construir hipóteses a partir de padrões observados em dados e saídas?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598932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de 15  ·  2 horas  ·  Pensamento Indutivo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esperamos desta aula?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9692640" y="457200"/>
            <a:ext cx="1947672" cy="384048"/>
          </a:xfrm>
          <a:prstGeom prst="roundRect">
            <a:avLst>
              <a:gd name="adj" fmla="val 19048"/>
            </a:avLst>
          </a:prstGeom>
          <a:solidFill>
            <a:srgbClr val="FBEEDD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9692640" y="45720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HORAS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4415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68680" y="1874520"/>
            <a:ext cx="5074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o raciocínio indutivo como generalização a partir de casos.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indução de dedução (retomando a Aula 1).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 hipóteses a partir de padrões observados em dados.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263640" y="1874520"/>
            <a:ext cx="5074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hipóteses indutivas com novos casos e contraexemplos.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Relacionar indução à construção de modelos computacionais.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as 10 tarefas do Bloco 2 em Julia/Pluto.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CENTRAL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raciocínio indutivo?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68680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Definição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observações e casos específicos para propor uma regra geral.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conclusão é provável, não certa — pode ser revista com novos dados.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33008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553048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53048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 2, 4, 6, 8 e propor "a sequência soma 2 a cada termo".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com um novo termo: a hipótese se confirma ou é refutada?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4526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Indução: do caso particular à regra geral — base do método científico.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IMPORTA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indução importa em Computação?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68680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ciência de dados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de máquina aprende padrões a partir de exemplos — é indução aplicada.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generalização estatística carrega incerteza e precisa de validação.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33008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553048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sala de aula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53048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que o estudante proponha a regra antes de revelar a fórmula.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Inclua sempre um contraexemplo para testar a robustez da hipótese.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4526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qualitativo recorrente nesta disciplina: investigação e revisão de hipóteses.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Bloco 1 ao Bloco 2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1004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68680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vimos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476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1: computar é formular, representar e testar problemas.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33008" y="1600200"/>
            <a:ext cx="541004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553048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onde vamos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53048" y="2286000"/>
            <a:ext cx="476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3: pensamento dedutivo — de regras gerais a casos específicos.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— Aula 2 de 15.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TAREFAS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54480" y="713232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tarefas em formato de pergunta, com exemplos em Julia/Pluto.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19456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542032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construir hipóteses a partir de padrões observados em dados e saídas?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abre a aula; o código serve para tornar a relação conceitual discutível.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1 DE 10  ·  2.1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padrão parece surgir nesta sequência?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os termos.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Proponha a próxima saída.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se a hipótese se sustenta.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proximo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hipotese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"multiplicar por 2"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Investigação exploratória e reconhecimento de padrões.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dados é componente crítico da representação.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Favorecer investigação antes da formalização.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sequência mobiliza a passagem de casos particulares para uma regra provável, ainda sujeita a revisão.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2 DE 10  ·  2.2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calcular diferenças ajuda a levantar hipóteses?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uma sequência.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diferenças consecutivas.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a regularidade.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Arranjo sequencial de dados.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dados é componente crítico da representação.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expressões exibem aspectos distintos do mesmo conceito.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transforma a sequência em outra representação, destacando relações entre termos vizinhos.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3 DE 10  ·  2.3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uma hipótese indutiva falha?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uma regra em novo caso.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Inclua um contraexemplo.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a necessidade de revisão.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como oportunidade de reformulação.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revisão, depuração e reconstrução.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de representação influencia erros, antecipações e reorganizações.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idiossincráticas também revelam modos de pensar.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contraexemplo mostra que indução não é certeza: ela depende de padrões observados e de testes.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4 DE 10  ·  2.4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usar compreensão de listas para formular padrões?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 dados com uma regra.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 dados observados.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 coincidências e desvios.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observado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gerado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observado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gerado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e comparação entre modelos.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representações indicam modelagem mais bem-sucedida.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qualitativa observa invariantes e relações mobilizadas na 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manipulação de parâmetros e comparação de estados.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comparação entre observado e gerado torna a hipótese computável e discutível.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5 DE 10  ·  2.5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turma pode inventar uma representação não padrão?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que inventem uma codificação.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Represente pares ou símbolos.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 a lista original.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marcas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"*"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idiossincráticas revelam pensamento.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idiossincráticas também revelam modos de pensar.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expressões exibem aspectos distintos do mesmo conceito.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inventadas podem ajudar a perceber crescimento, quantidade e regularidade.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6 DE 10  ·  2.6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padrão muda quando mudamos o contexto?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dados de frequência.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Agrupe por categorias.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tendências.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respostas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contagem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respostas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respostas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tipo de dado influenciam representação.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 e o tipo de dado influenciam a representação escolhida.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de representação influencia erros, antecipações e reorganizações.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Explicitar variáveis, relações e restrições.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indução sobre categorias exige outra organização: contar ocorrências em vez de calcular diferenças.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7 DE 10  ·  2.7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 gráfico textual pode apoiar a indução?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barras de texto.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visualmente as frequências.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a tendência dominante.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valores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barras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"█"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valores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icônico no modo concreto-simbólico.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icônico favorece análise em modos concretos e simbólicos.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visualização textual amplia a percepção de maior, menor e tendência sem depender de gráfico formal.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8 DE 10  ·  2.8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distinguir padrão real de coincidência?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poucos dados.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Proponha duas regras possíveis.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que ambas explicam os casos.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regra1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regra2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interpretações exigem monitoramento.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final não esgota a aprendizagem do conceito.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limites da ferramenta e do modelo.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tarefa mostra que poucos casos podem sustentar várias regras; a indução exige cautela.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9 DE 10  ·  2.9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registrar uma hipótese para ser testada?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uma hipótese em texto.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uma função correspondente.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a função em novos casos.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hipotese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"dobrar e somar 1"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Articulação entre linguagem natural e regra formal.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representações indicam modelagem mais bem-sucedida.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expressões exibem aspectos distintos do mesmo conceito.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explicação do raciocínio desenvolvido.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registro transforma a hipótese em objeto compartilhável e testável pela turma.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10 DE 10  ·  2.10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avaliar pensamento indutivo?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hipótese, teste e revisão.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se o estudante justifica a regra.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Valorize o percurso, não só o acerto.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avaliacao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hipotese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"2n"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revisao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"incluir mais casos"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de resposta podem indicar maior integração.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percurso da tarefa revela mudanças no discurso e na 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percurso de pensamento, não apenas o código final.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a indução significa observar como o estudante gera, testa e reformula explicações.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C7A8C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DA AULA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Pensamento Indutivo, em duas ideias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Indução: do caso particular à regra geral — base do método científico.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7889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qualitativo recorrente nesta disciplina: investigação e revisão de hipóteses.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1E3A5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68680" y="429768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416552"/>
            <a:ext cx="265176" cy="26517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600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600200" y="4480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3: Pensamento Dedutivo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2026-08-20T20:46:44Z</dcterms:created>
  <dcterms:modified xsi:type="dcterms:W3CDTF">2026-08-20T20:46:44Z</dcterms:modified>
</cp:coreProperties>
</file>