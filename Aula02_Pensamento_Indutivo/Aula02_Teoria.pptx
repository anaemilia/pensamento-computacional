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33"/>
    <p:sldId id="263" r:id="rId9"/>
    <p:sldId id="281" r:id="rId32"/>
    <p:sldId id="264" r:id="rId10"/>
    <p:sldId id="280" r:id="rId31"/>
    <p:sldId id="265" r:id="rId11"/>
    <p:sldId id="279" r:id="rId30"/>
    <p:sldId id="266" r:id="rId12"/>
    <p:sldId id="278" r:id="rId29"/>
    <p:sldId id="267" r:id="rId13"/>
    <p:sldId id="277" r:id="rId28"/>
    <p:sldId id="268" r:id="rId14"/>
    <p:sldId id="276" r:id="rId27"/>
    <p:sldId id="269" r:id="rId15"/>
    <p:sldId id="275" r:id="rId26"/>
    <p:sldId id="270" r:id="rId16"/>
    <p:sldId id="274" r:id="rId25"/>
    <p:sldId id="271" r:id="rId17"/>
    <p:sldId id="273" r:id="rId24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2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Indutivo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construir hipóteses a partir de padrões observados em dados e saídas?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de 15  ·  2 horas  ·  Pensamento Indutivo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raciocínio indutivo como generalização a partir de casos.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indução de dedução (retomando a Aula 1).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hipóteses a partir de padrões observados em dados.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hipóteses indutivas com novos casos e contraexemplos.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indução à construção de modelos computacionais.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2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raciocínio indutivo?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observações e casos específicos para propor uma regra geral.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conclusão é provável, não certa — pode ser revista com novos dados.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2, 4, 6, 8 e propor "a sequência soma 2 a cada termo".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um novo termo: a hipótese se confirma ou é refutada?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Indução: do caso particular à regra geral — base do método científico.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indução importa em Computação?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ciência de dados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 aprende padrões a partir de exemplos — é indução aplicada.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generalização estatística carrega incerteza e precisa de validação.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sala de aula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o estudante proponha a regra antes de revelar a fórmula.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sempre um contraexemplo para testar a robustez da hipótese.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 nesta disciplina: investigação e revisão de hipóteses.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1 ao Bloco 2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1: computar é formular, representar e testar problemas.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3: pensamento dedutivo — de regras gerais a casos específicos.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2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construir hipóteses a partir de padrões observados em dados e saídas?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2.1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padrão parece surgir nesta sequência?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os termos.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a próxima saída.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se a hipótese se sustenta.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"multiplicar por 2"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exploratória e reconhecimento de padrões.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Favorecer investigação antes da formalização.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mobiliza a passagem de casos particulares para uma regra provável, ainda sujeita a revisão.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2.2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calcular diferenças ajuda a levantar hipóteses?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sequência.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diferenças consecutivas.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regularidade.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sequencial de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transforma a sequência em outra representação, destacando relações entre termos vizinhos.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uma hipótese indutiva falha?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uma regra em novo caso.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um contraexemplo.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a necessidade de revisão.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como oportunidade de reformulação.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contraexemplo mostra que indução não é certeza: ela depende de padrões observados e de testes.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2.4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compreensão de listas para formular padrões?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dados com uma regra.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dados observados.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coincidências e desvios.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e comparação entre modelos.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entre observado e gerado torna a hipótese computável e discutível.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2.5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turma pode inventar uma representação não padrão?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inventem uma codificação.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 pares ou símbolos.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 lista original.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idiossincráticas revelam pensamento.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inventadas podem ajudar a perceber crescimento, quantidade e regularidade.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2.6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padrão muda quando mudamos o contexto?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dados de frequência.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por categorias.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tendências.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tipo de dado influenciam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indução sobre categorias exige outra organização: contar ocorrências em vez de calcular diferenças.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2.7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gráfico textual pode apoiar a indução?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barras de texto.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visualmente as frequências.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a tendência dominante.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"█"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icônico no modo concreto-simbólico.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icônico favorece análise em modos concretos e simbólicos.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visualização textual amplia a percepção de maior, menor e tendência sem depender de gráfico formal.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2.8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distinguir padrão real de coincidência?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poucos dados.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duas regras possíveis.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que ambas explicam os casos.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interpretações exigem monitoramento.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mostra que poucos casos podem sustentar várias regras; a indução exige cautela.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2.9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registrar uma hipótese para ser testada?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hipótese em texto.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função correspondente.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 função em novos casos.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"dobrar e somar 1"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 entre linguagem natural e regra formal.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transforma a hipótese em objeto compartilhável e testável pela turma.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2.10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pensamento indutivo?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hipótese, teste e revisão.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se o estudante justifica a regra.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Valorize o percurso, não só o acerto.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"2n"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"incluir mais casos"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resposta podem indicar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indução significa observar como o estudante gera, testa e reformula explicações.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Indutivo,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Indução: do caso particular à regra geral — base do método científico.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 nesta disciplina: investigação e revisão de hipóteses.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3: Pensamento Dedutivo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10 DE 10  ·  2.10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9000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42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"2n"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"incluir mais casos"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291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3580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72960"/>
            <a:ext cx="105457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avaliacao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NamedTuple com 3 campos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avaliacao.hipotese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"2n"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avaliacao.teste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true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avaliacao.revisao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"incluir mais casos"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9 DE 10  ·  2.9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4906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10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"dobrar e somar 1"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5063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64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635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hipotese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"dobrar e somar 1"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f(n)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2n + 1  (dobra n e soma 1)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[f(n) for n in 1:5]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[3, 5, 7, 9, 11]  (f(1)=3, f(2)=5, ..., f(5)=11)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8 DE 10  ·  2.8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4906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10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5063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640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63560"/>
            <a:ext cx="105457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dados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[2, 4, 6]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regra1(n)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2n  (dobra n) — regra1(1)=2, regra1(2)=4, regra1(3)=6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regra2(n)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n² − n + 2 — regra2(1)=2, regra2(2)=4, regra2(3)=8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comparando com dados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regra1 bate nos 3 valores; regra2 diverge em n=3 (8 ≠ 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7 DE 10  ·  2.7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1604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6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"█"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1761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62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3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valores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[2, 5, 3]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repeat.("█", valores)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["██", "█████", "███"]  (repete o bloco valores[i] vezes)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barras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["██", "█████", "███"]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6 DE 10  ·  2.6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1604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6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1761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620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3360"/>
            <a:ext cx="105457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respostas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["A", "B", "A", "C", "A"]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unique(respostas)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["A", "B", "C"]  (valores distintos, na ordem em que aparecem)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count(==(r), respostas)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para cada r: A → 3, B → 1, C → 1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contagem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Dict("A" =&gt; 3, "B" =&gt; 1, "C" =&gt;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5 DE 10  ·  2.5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1604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6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1761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62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3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seq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[1, 3, 5, 7]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repeat.("*", seq)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["*", "***", "*****", "*******"]  (repete "*" seq[i] vezes)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marcas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["*", "***", "*****", "*******"]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4 DE 10  ·  2.4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4906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10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5063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64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635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observado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[1, 4, 9, 16]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gerado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[1, 4, 9, 16]  (n² para n = 1, 2, 3, 4)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observado == gerado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true  (as duas listas são idênticas)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3 DE 10  ·  2.3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1604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6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1761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620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3360"/>
            <a:ext cx="105457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seq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[1, 2, 4, 8, 15]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diff(seq)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[1, 2, 4, 7]  (diferenças entre termos vizinhos)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diff(seq) .== 2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[false, true, false, false]  (compara cada diferença com 2)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all(diff(seq) .== 2)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false  (nem toda diferença é 2 — a hipótese não se sustenta)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2 DE 10  ·  2.2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1604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6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1761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62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3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seq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[3, 6, 9, 12]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diff(seq)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[3, 3, 3]  (diferença entre cada termo e o anterior)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dif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[3, 3,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8C"/>
                </a:solidFill>
                <a:latin typeface="Calibri"/>
              </a:rPr>
              <a:t>TAREFA 1 DE 10  ·  2.1  · 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que cada parte devolve?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650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15760"/>
            <a:ext cx="11094415" cy="149060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253504"/>
            <a:ext cx="10582351" cy="10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"multiplicar por 2"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5063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7A8C"/>
                </a:solidFill>
                <a:latin typeface="Calibri"/>
              </a:rPr>
              <a:t>RESULTADO DE CADA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64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635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seq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[2, 4, 8, 16]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proximo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32  (a próxima saída prevista pela hipótese)</a:t>
            </a:r>
          </a:p>
          <a:p>
            <a:pPr>
              <a:lnSpc>
                <a:spcPct val="125000"/>
              </a:lnSpc>
            </a:pPr>
            <a:r>
              <a:rPr sz="1250" b="1">
                <a:solidFill>
                  <a:srgbClr val="2C7A8C"/>
                </a:solidFill>
                <a:latin typeface="Consolas"/>
              </a:rPr>
              <a:t>hipotese</a:t>
            </a:r>
            <a:r>
              <a:rPr sz="1250" b="0">
                <a:solidFill>
                  <a:srgbClr val="1B2733"/>
                </a:solidFill>
                <a:latin typeface="Consolas"/>
              </a:rPr>
              <a:t>  →  "multiplicar por 2"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Aula 2 · Pensamento Indutivo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08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