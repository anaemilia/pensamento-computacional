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312F480-6E45-437B-B2FE-8A0A80FF155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B1DB80-9E44-4F5E-A4D7-55A8EE66BD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5B2EAB-BE5C-4064-B7D5-B2CE3A65B08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0D46E9-BC71-4E74-A2F9-F7EE9A569A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9FCA23-2B14-42DB-8C29-42F04FE325B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82A3E6-D316-4115-8BFD-53AA45351F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16F398-8A77-42F9-B0FD-D6A97D2979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5D00A4-6640-45D6-87B4-356E09B5B1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575CE9-D8BC-428E-9EFE-4066BE84E5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662E3-2C97-47B4-960A-AD4ACCF47F3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23119E-D4E0-4CC1-A6FD-A8031BEF37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6D8A55-DD27-4E11-BFD0-77CD320AD4D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o raciocínio indutivo como generalização a partir de casos.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indução de dedução (retomando a Aula 1).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hipóteses a partir de padrões observados em dados.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Testar hipóteses indutivas com novos casos e contraexemplos.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indução à construção de modelos computacionais.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Praticar as 10 tarefas do Bloco 2 em Julia/Pluto.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2 de 15 • 2 horas • Pensamento Indutivo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Conceito central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raciocínio indutivo?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Definição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Parte de observações e casos específicos para propor uma regra geral.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conclusão é provável, não certa — pode ser revista com novos dados.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Exemplo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Observar 2, 4, 6, 8 e propor “a sequência soma 2 a cada termo”.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Testar com um novo termo: a hipótese se confirma ou é refutada?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Indução: do caso particular à regra geral — base do método científico.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Por que importa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indução importa em Computação?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Na ciência de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Aprendizado de máquina aprende padrões a partir de exemplos — é indução aplicada.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Toda generalização estatística carrega incerteza e precisa de validação.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Na sala de aula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o estudante proponha a regra antes de revelar a fórmula.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Inclua sempre um contraexemplo para testar a robustez da hipótese.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 qualitativo recorrente nesta disciplina: investigação e revisão de hipóteses.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Conexão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Do Bloco 1 ao Bloco 2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que já vimos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Aula 1: computar é formular, representar e testar problemas.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Para onde vamos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Aula 3: pensamento dedutivo — de regras gerais a casos específicos.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Pensamento Computacional — Aula 2 de 15.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594360" y="82296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2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828800" y="76824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indutivo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1828800" y="16916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685800" y="2743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685800" y="310896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construir hipóteses a partir de padrões observados em dados e saídas?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685800" y="4892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Que padrão parece surgir nesta sequência?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5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Observe os termos.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a próxima saída.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se a hipótese se sustenta.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[2, 4, 8,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proximo = 32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"multiplicar por 2"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Investigação exploratória e reconhecimento de padrões.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Favorecer investigação antes da formalização.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sequência mobiliza a passagem de casos particulares para uma regra provável, ainda sujeita a revisão.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calcular diferenças ajuda a levantar hipóteses?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sequência.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Calcule diferenças consecutivas.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regularidade.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[3, 6, 9, 12]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dif = diff(seq)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Arranjo sequencial de dados.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diferença transforma a sequência em outra representação, destacando relações entre termos vizinhos.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Quando uma hipótese indutiva falha?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Teste uma regra em novo caso.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Inclua um contraexemplo.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necessidade de revisão.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[1, 2, 4, 8, 15]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all(diff(seq) .== 2)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Erro como oportunidade de reformulação.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Incluir revisão, depuração e reconstrução.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forma de representação influencia erros, antecipações e reorganizações.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contraexemplo mostra que indução não é certeza: ela depende de padrões observados e de testes.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usar compreensão de listas para formular padrões?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Gere dados com uma regra.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com dados observados.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Procure coincidências e desvios.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observado = [1, 4, 9,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gerado = [n^2 for n in 1:4]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observado == gerado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e comparação entre modelos.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análise qualitativa observa invariantes e relações mobilizadas na 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Permitir manipulação de parâmetros e comparação de estados.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comparação entre observado e gerado torna a hipótese computável e discutível.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 turma pode inventar uma representação não padrão?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Peça que inventem uma codificação.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Represente pares ou símbolos.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com a lista original.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[1, 3, 5, 7]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marcas = repeat.("*", seq)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idiossincráticas revelam pensamento.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inventadas podem ajudar a perceber crescimento, quantidade e regularidade.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padrão muda quando mudamos o contexto?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dados de frequência.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por categorias.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tendências.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respostas = ["A","B","A","C","A"]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contagem = Dict(r =&gt; count(==(r), respostas) for r in unique(respostas))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Contexto e tipo de dado influenciam representação.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contexto e o tipo de dado influenciam a representação escolhida.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forma de representação influencia erros, antecipações e reorganizações.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Explicitar variáveis, relações e restrições.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indução sobre categorias exige outra organização: contar ocorrências em vez de calcular diferenças.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gráfico textual pode apoiar a indução?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barras de texto.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visualmente as frequências.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Formule a tendência dominante.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valores = [2, 5, 3]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barras = repeat.("█", valores)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Apoio icônico no modo concreto-simbólico.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Apoio icônico favorece análise em modos concretos e simbólicos.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visualização textual amplia a percepção de maior, menor e tendência sem depender de gráfico formal.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distinguir padrão real de coincidência?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poucos dados.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duas regras possíveis.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que ambas explicam os casos.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[2, 4, 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regra1(n)=2n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regra2(n)=n^2-n+2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interpretações exigem monitoramento.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Reconhecer limites da ferramenta e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tarefa mostra que poucos casos podem sustentar várias regras; a indução exige cautela.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registrar uma hipótese para ser testada?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Escreva uma hipótese em texto.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uma função correspondente.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a função em novos casos.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"dobrar e somar 1"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f(n)=2n+1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[f(n) for n in 1:5]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Articulação entre linguagem natural e regra formal.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registro transforma a hipótese em objeto compartilhável e testável pela turma.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pensamento indutivo?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hipótese, teste e revisão.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Analise se o estudante justifica a regra.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Valorize o percurso, não só o acerto.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avaliacao = (hipotese="2n", teste=true, revisao="incluir mais casos")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de resposta podem indicar maior integração.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percurso da tarefa revela mudanças no discurso e na 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a indução significa observar como o estudante gera, testa e reformula explicações.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1781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2026-08-20T15:31:30Z</dcterms:modified>
  <cp:revision>12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