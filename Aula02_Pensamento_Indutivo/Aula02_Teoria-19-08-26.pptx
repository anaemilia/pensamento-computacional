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5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312F480-6E45-437B-B2FE-8A0A80FF155C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B1DB80-9E44-4F5E-A4D7-55A8EE66BD2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5B2EAB-BE5C-4064-B7D5-B2CE3A65B08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0D46E9-BC71-4E74-A2F9-F7EE9A569AA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D9FCA23-2B14-42DB-8C29-42F04FE325B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82A3E6-D316-4115-8BFD-53AA45351F6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16F398-8A77-42F9-B0FD-D6A97D2979B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5D00A4-6640-45D6-87B4-356E09B5B16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575CE9-D8BC-428E-9EFE-4066BE84E55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C662E3-2C97-47B4-960A-AD4ACCF47F3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23119E-D4E0-4CC1-A6FD-A8031BEF379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6D8A55-DD27-4E11-BFD0-77CD320AD4D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Objetivos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esperamos desta aula?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Reconhecer o raciocínio indutivo como generalização a partir de casos.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Diferenciar indução de dedução (retomando a Aula 1).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Formular hipóteses a partir de padrões observados em dados.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Testar hipóteses indutivas com novos casos e contraexemplos.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Relacionar indução à construção de modelos computacionais.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Praticar as 10 tarefas do Bloco 2 em Julia/Pluto.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Aula 2 de 15 • 2 horas • Pensamento Indutivo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Conceito central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é raciocínio indutivo?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Definição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Parte de observações e casos específicos para propor uma regra geral.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conclusão é provável, não certa — pode ser revista com novos dados.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Exemplo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Observar 2, 4, 6, 8 e propor “a sequência soma 2 a cada termo”.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Testar com um novo termo: a hipótese se confirma ou é refutada?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Indução: do caso particular à regra geral — base do método científico.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Por que importa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Por que indução importa em Computação?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Na ciência de dados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Aprendizado de máquina aprende padrões a partir de exemplos — é indução aplicada.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Toda generalização estatística carrega incerteza e precisa de validação.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Na sala de aula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Peça que o estudante proponha a regra antes de revelar a fórmula.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Inclua sempre um contraexemplo para testar a robustez da hipótese.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 qualitativo recorrente nesta disciplina: investigação e revisão de hipóteses.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Conexão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Do Bloco 1 ao Bloco 2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que já vimos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Aula 1: computar é formular, representar e testar problemas.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Para onde vamos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Aula 3: pensamento dedutivo — de regras gerais a casos específicos.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Pensamento Computacional — Aula 2 de 15.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594360" y="822960"/>
            <a:ext cx="1188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2</a:t>
            </a:r>
            <a:endParaRPr b="0" lang="pt-BR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1828800" y="76824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Pensamento indutivo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6"/>
          <p:cNvSpPr/>
          <p:nvPr/>
        </p:nvSpPr>
        <p:spPr>
          <a:xfrm>
            <a:off x="1828800" y="1691640"/>
            <a:ext cx="932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10 tarefas em formato de pergunta, com exemplos em Julia/Pluto.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7"/>
          <p:cNvSpPr/>
          <p:nvPr/>
        </p:nvSpPr>
        <p:spPr>
          <a:xfrm>
            <a:off x="685800" y="274320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Pergunta-guia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685800" y="310896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construir hipóteses a partir de padrões observados em dados e saídas?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685800" y="4892040"/>
            <a:ext cx="10972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Neste bloco, as tarefas usam Julia e Pluto para transformar conceitos da ementa em ações observáveis: organizar, representar, manipular, interpretar e revisar.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0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 pergunta abre a aula; o código serve para tornar a relação conceitual discutível.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2.1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Que padrão parece surgir nesta sequência?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5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Observe os termos.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5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Proponha a próxima saída.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5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se a hipótese se sustenta.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seq = [2, 4, 8, 16]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proximo = 32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hipotese = "multiplicar por 2"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Investigação exploratória e reconhecimento de padrões.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organizar dados é componente crítico da representação.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representações ampliam a percepção de propriedades e relações.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favorecer investigação antes da formalização.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sequência mobiliza a passagem de casos particulares para uma regra provável, ainda sujeita a revisão.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2.2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calcular diferenças ajuda a levantar hipóteses?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Crie uma sequência.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Calcule diferenças consecutivas.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Interprete a regularidade.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seq = [3, 6, 9, 12]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dif = diff(seq)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Arranjo sequencial de dados.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organizar dados é componente crítico da representação.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múltiplas expressões exibem aspectos distintos do mesmo conceito.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articular código, texto, tabela, gráfico e interpretação.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diferença transforma a sequência em outra representação, destacando relações entre termos vizinhos.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2.3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Quando uma hipótese indutiva falha?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Teste uma regra em novo caso.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Inclua um contraexemplo.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a necessidade de revisão.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seq = [1, 2, 4, 8, 15]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all(diff(seq) .== 2)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Erro como oportunidade de reformulação.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incluir revisão, depuração e reconstrução.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a forma de representação influencia erros, antecipações e reorganizações.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respostas idiossincráticas também revelam modos de pensar.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contraexemplo mostra que indução não é certeza: ela depende de padrões observados e de testes.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2.4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usar compreensão de listas para formular padrões?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Gere dados com uma regra.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com dados observados.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Procure coincidências e desvios.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observado = [1, 4, 9, 16]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gerado = [n^2 for n in 1:4]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observado == gerado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Representação e comparação entre modelos.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múltiplas representações indicam modelagem mais bem-sucedida.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a análise qualitativa observa invariantes e relações mobilizadas na ação.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permitir manipulação de parâmetros e comparação de estados.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comparação entre observado e gerado torna a hipótese computável e discutível.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10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2.5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a turma pode inventar uma representação não padrão?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Peça que inventem uma codificação.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Represente pares ou símbolos.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com a lista original.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seq = [1, 3, 5, 7]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marcas = repeat.("*", seq)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Wessels: representações idiossincráticas revelam pensamento.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respostas idiossincráticas também revelam modos de pensar.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múltiplas expressões exibem aspectos distintos do mesmo conceito.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articular código, texto, tabela, gráfico e interpretação.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inventadas podem ajudar a perceber crescimento, quantidade e regularidade.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2.6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padrão muda quando mudamos o contexto?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dados de frequência.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Agrupe por categorias.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tendências.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respostas = ["A","B","A","C","A"]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contagem = Dict(r =&gt; count(==(r), respostas) for r in unique(respostas))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Contexto e tipo de dado influenciam representação.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o contexto e o tipo de dado influenciam a representação escolhida.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a forma de representação influencia erros, antecipações e reorganizações.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explicitar variáveis, relações e restrições.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indução sobre categorias exige outra organização: contar ocorrências em vez de calcular diferenças.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2.7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 gráfico textual pode apoiar a indução?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Crie barras de texto.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visualmente as frequências.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Formule a tendência dominante.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valores = [2, 5, 3]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barras = repeat.("█", valores)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Apoio icônico no modo concreto-simbólico.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apoio icônico favorece análise em modos concretos e simbólicos.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representações ampliam a percepção de propriedades e relações.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articular código, texto, tabela, gráfico e interpretação.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visualização textual amplia a percepção de maior, menor e tendência sem depender de gráfico formal.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2.8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distinguir padrão real de coincidência?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poucos dados.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Proponha duas regras possíveis.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Mostre que ambas explicam os casos.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[2, 4, 6]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regra1(n)=2n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regra2(n)=n^2-n+2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interpretações exigem monitoramento.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níveis SOLO ajudam a observar respostas de menor a maior integração.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o resultado final não esgota a aprendizagem do conceito.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reconhecer limites da ferramenta e do modelo.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tarefa mostra que poucos casos podem sustentar várias regras; a indução exige cautela.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2.9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registrar uma hipótese para ser testada?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Escreva uma hipótese em texto.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Crie uma função correspondente.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a função em novos casos.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hipotese = "dobrar e somar 1"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f(n)=2n+1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[f(n) for n in 1:5]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Articulação entre linguagem natural e regra formal.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múltiplas representações indicam modelagem mais bem-sucedida.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múltiplas expressões exibem aspectos distintos do mesmo conceito.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solicitar explicação do raciocínio desenvolvido.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registro transforma a hipótese em objeto compartilhável e testável pela turma.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2 • Indução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2a9d8f"/>
                </a:solidFill>
                <a:effectLst/>
                <a:uFillTx/>
                <a:latin typeface="Aptos"/>
                <a:ea typeface="Aptos"/>
              </a:rPr>
              <a:t>2.10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avaliar pensamento indutivo?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Peça hipótese, teste e revisão.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Analise se o estudante justifica a regra.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Valorize o percurso, não só o acerto.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avaliacao = (hipotese="2n", teste=true, revisao="incluir mais casos")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Níveis de resposta podem indicar maior integração.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Wessels: níveis SOLO ajudam a observar respostas de menor a maior integração.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Queiroz: o percurso da tarefa revela mudanças no discurso e na 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Relato: avaliar o percurso de pensamento, não apenas o código final.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2a9d8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Avaliar a indução significa observar como o estudante gera, testa e reformula explicações.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1781</TotalTime>
  <Application>LibreOffice/25.2.7.2$Windows_X86_64 LibreOffice_project/5cbfd1ab6520636bb5f7b99185aa69bd7456825d</Application>
  <AppVersion>15.0000</AppVersion>
  <Words>0</Words>
  <Paragraphs>0</Paragraphs>
  <Company>PROFCOMP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2026-06-04T19:39:33Z</dcterms:created>
  <dc:creator>OpenAI</dc:creator>
  <dc:description/>
  <dc:language>pt-BR</dc:language>
  <cp:lastModifiedBy/>
  <dcterms:modified xsi:type="dcterms:W3CDTF">2026-08-20T15:31:30Z</dcterms:modified>
  <cp:revision>12</cp:revision>
  <dc:subject>Julia e Pluto para Pensamento Computacional — PROFCOMP</dc:subject>
  <dc:title>Aula por perguntas — Julia + Pluto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102</vt:i4>
  </property>
  <property fmtid="{D5CDD505-2E9C-101B-9397-08002B2CF9AE}" pid="3" name="PresentationFormat">
    <vt:lpwstr>On-screen Show (16:9)</vt:lpwstr>
  </property>
  <property fmtid="{D5CDD505-2E9C-101B-9397-08002B2CF9AE}" pid="4" name="Slides">
    <vt:i4>102</vt:i4>
  </property>
</Properties>
</file>