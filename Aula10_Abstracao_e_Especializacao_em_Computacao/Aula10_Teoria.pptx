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11098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10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 e Especialização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Computação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destacar o essencial e organizar hierarquias de conceitos — os dois pilares que fundamentam tipos e estruturas de dados.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Mestrado · Sequência: Abstração, Tipos e Estruturas de Dados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6629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Abstração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612648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5C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processo de destacar apenas os aspectos essenciais de um conceito ou sistema, ocultando detalhes irrelevantes ou desnecessários.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3291840"/>
            <a:ext cx="539496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474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reduz a complexidade?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ocultar o que não é relevante para a tarefa em questão, a abstração diminui a quantidade de informação que precisamos processar de uma vez — tornando sistemas complexos compreensíveis e manejáveis.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14400" y="50292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BF0E2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5029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Ideia-chave: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detalhes visíveis = mais foco no que importa.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49440" y="1417320"/>
            <a:ext cx="4709160" cy="4709160"/>
          </a:xfrm>
          <a:prstGeom prst="roundRect">
            <a:avLst>
              <a:gd name="adj" fmla="val 194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1B3A5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778240" y="1828800"/>
            <a:ext cx="1051560" cy="105156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841" y="2065401"/>
            <a:ext cx="578358" cy="5783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31089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dia a dia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269480" y="3429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Dirigir um carro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360920" y="402336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usa o volante, o acelerador e o freio sem precisar entender a combustão interna do motor. A interface (volante) abstrai a complexidade mecânica.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360920" y="53949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um motorista, um programador usa funções e objetos sem precisar reimplementar seus detalhes internos a cada uso.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Especialização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5C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37160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</a:t>
            </a:r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 generalização-especificação) é a criação de classes ou modelos mais específicos a partir de algo genérico, herdando e refinando atributos e comportamentos. Isso permite </a:t>
            </a:r>
            <a:pPr algn="l"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reuso, hierarquia e extensibilidade.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724248" y="30632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24248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Veículo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24248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genérico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95848" y="4142232"/>
            <a:ext cx="0" cy="320040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29688" y="4462272"/>
            <a:ext cx="7132320" cy="0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29688" y="4462272"/>
            <a:ext cx="0" cy="292608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95848" y="4462272"/>
            <a:ext cx="0" cy="292608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62008" y="4462272"/>
            <a:ext cx="0" cy="292608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98068" y="475488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226668" y="495604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25" y="5069205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66748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226668" y="5532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Passageiros, 4 rodas, uso urbano.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64228" y="475488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92828" y="495604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985" y="5069205"/>
            <a:ext cx="276606" cy="27660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32908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792828" y="5532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rodas, ágil, baixo consumo.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30388" y="475488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358988" y="495604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145" y="5069205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99068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Ônibus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358988" y="5532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capacidade, transporte coletivo.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 opostos e complementares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abstração </a:t>
            </a:r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 no conceito geral; a </a:t>
            </a:r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</a:t>
            </a:r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como cada tipo se comporta na prática.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9720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2700" y="214884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19" y="230245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972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9972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00888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exato, sem casas decimais.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61792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4772" y="214884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91" y="230245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61792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3361792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flutuante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62960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— usa mais memória para as casas decimais.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23864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06844" y="214884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63" y="23024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3864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"one"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6223864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(string)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25032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caracteres, não um número.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085936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68916" y="214884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535" y="230245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85936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1//1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9085936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287104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como numerador e denominador.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99720" y="5074920"/>
            <a:ext cx="11192256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</p:spPr>
      </p:sp>
      <p:sp>
        <p:nvSpPr>
          <p:cNvPr id="31" name="Text 24"/>
          <p:cNvSpPr/>
          <p:nvPr/>
        </p:nvSpPr>
        <p:spPr>
          <a:xfrm>
            <a:off x="865480" y="5074920"/>
            <a:ext cx="10460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ideia, formas diferentes: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quatro representações significam "um", mas usam tipos de dados distintos.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 na prática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conceito pode se manifestar de formas diferentes — em objetos do cotidiano, em tipos numéricos ou em formatos de arquivo.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21996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2036" y="219456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39" y="2334463"/>
            <a:ext cx="341986" cy="3419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036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cotidiano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42036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Cadeira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2036" y="38404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madeira, ferro ou plástico — independentemente do material, todas as instâncias compartilham a mesma ideia: um objeto para sentar.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2036" y="5029200"/>
            <a:ext cx="29718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2036" y="51480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POO: a classe "Cadeira" é a abstração; os materiais são instâncias especializadas.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89908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09948" y="219456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51" y="233446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9948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numéricos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609948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 1.0, "one", 1/1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609948" y="38404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Representam o mesmo valor (unidade) usando tipos de dados diferentes: inteiro, ponto flutuante, string e racional.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09948" y="5029200"/>
            <a:ext cx="29718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09948" y="51480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 ou Julia, esses tipos coexistem e podem ser tratados de forma genérica em funções.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5782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77860" y="219456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763" y="2334463"/>
            <a:ext cx="341986" cy="3419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7786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mídia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477860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MP3, WAV, OGG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8477860" y="38404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diferentes que representam o mesmo conteúdo abstrato: "música".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8477860" y="5029200"/>
            <a:ext cx="29718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477860" y="51480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aplicada a tipos de arquivo ou interfaces de dados em software.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2C7A8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05840"/>
            <a:ext cx="3108960" cy="31089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1508" y="6858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961" y="8812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783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 + Especialização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3063240"/>
            <a:ext cx="8899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conjunto, tornam os sistemas mais organizados, compreensíveis e modulares — princípios centrais da Programação Orientada a Objetos.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04008" y="434340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1B3A5C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61208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NESTA AULA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61208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Dados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336128" y="4526280"/>
            <a:ext cx="685800" cy="68580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78" y="46977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dado tem um tipo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no mundo real classificamos as coisas — números, palavras, objetos —, o computador também precisa saber que tipo de informação está manipulando.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é o que diz ao computador como interpretar e como usar aquele dado.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70916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E9EDF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70916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Ideia-chave: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símbolo pode significar coisas diferentes — o tipo resolve essa ambiguidade.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623560" cy="4343400"/>
          </a:xfrm>
          <a:prstGeom prst="roundRect">
            <a:avLst>
              <a:gd name="adj" fmla="val 2526"/>
            </a:avLst>
          </a:prstGeom>
          <a:solidFill>
            <a:srgbClr val="F5F7FA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187452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"25"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080760" y="260604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leituras possíveis para o mesmo dado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32004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E9F2F3"/>
          </a:solidFill>
          <a:ln/>
        </p:spPr>
      </p:sp>
      <p:sp>
        <p:nvSpPr>
          <p:cNvPr id="12" name="Shape 9"/>
          <p:cNvSpPr/>
          <p:nvPr/>
        </p:nvSpPr>
        <p:spPr>
          <a:xfrm>
            <a:off x="7328916" y="3456432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475" y="3583991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5080" y="4160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4526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calcular: 20 + 5 = 25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quantidade, valor...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189720" y="32004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E9F2F3"/>
          </a:solidFill>
          <a:ln/>
        </p:spPr>
      </p:sp>
      <p:sp>
        <p:nvSpPr>
          <p:cNvPr id="18" name="Shape 14"/>
          <p:cNvSpPr/>
          <p:nvPr/>
        </p:nvSpPr>
        <p:spPr>
          <a:xfrm>
            <a:off x="10163556" y="3456432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115" y="3583991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89720" y="4160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326880" y="4526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como rótulo: "casa 25"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32688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endereço, nome, código...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tipo tem um comportamento próprio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diferentes ocupam espaços diferentes na memória e permitem operações diferentes. O tipo define o que pode — e o que não pode — ser feito com um dado.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E9F2F3"/>
          </a:solidFill>
          <a:ln/>
          <a:effectLst>
            <a:outerShdw sx="100000" sy="100000" kx="0" ky="0" algn="bl" rotWithShape="0" blurRad="101600" dist="38100" dir="5400000">
              <a:srgbClr val="1B3A5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282092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697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57200" y="35204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+ 3 = 5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914400" y="46177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válida — números podem ser somados diretamente.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233172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BEEE0"/>
          </a:solidFill>
          <a:ln/>
          <a:effectLst>
            <a:outerShdw sx="100000" sy="100000" kx="0" ky="0" algn="bl" rotWithShape="0" blurRad="101600" dist="38100" dir="5400000">
              <a:srgbClr val="1B3A5C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20840" y="2697480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4" y="282092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2360" y="2697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355080" y="35204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"dois" + "três" = ?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6812280" y="46177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inválida — textos não podem ser somados dessa forma.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ajudam a organizar o pensamento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programar — ou planejar um algoritmo —, pensar em tipos é como organizar as gavetas de uma casa: cada coisa tem seu lugar.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os tipos causa confusão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assim como no computador.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423160"/>
            <a:ext cx="5349240" cy="338328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286664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743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Gaveta de Frutas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822960" y="356616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1005840" y="379476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97" y="3907917"/>
            <a:ext cx="276606" cy="276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5661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Maçã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47548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1005840" y="49834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997" y="5096637"/>
            <a:ext cx="276606" cy="2766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47548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355080" y="2423160"/>
            <a:ext cx="5349240" cy="338328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720840" y="274320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4" y="2866644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06640" y="2743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Gaveta de Roupas</a:t>
            </a:r>
            <a:endParaRPr lang="en-US" sz="1900" dirty="0"/>
          </a:p>
        </p:txBody>
      </p:sp>
      <p:sp>
        <p:nvSpPr>
          <p:cNvPr id="22" name="Shape 15"/>
          <p:cNvSpPr/>
          <p:nvPr/>
        </p:nvSpPr>
        <p:spPr>
          <a:xfrm>
            <a:off x="6720840" y="356616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23" name="Shape 16"/>
          <p:cNvSpPr/>
          <p:nvPr/>
        </p:nvSpPr>
        <p:spPr>
          <a:xfrm>
            <a:off x="6903720" y="379476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6877" y="3907917"/>
            <a:ext cx="276606" cy="27660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589520" y="35661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Camisa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6720840" y="47548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27" name="Shape 19"/>
          <p:cNvSpPr/>
          <p:nvPr/>
        </p:nvSpPr>
        <p:spPr>
          <a:xfrm>
            <a:off x="6903720" y="49834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877" y="5096637"/>
            <a:ext cx="276606" cy="27660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89520" y="47548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Calça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em tipos ajuda a estruturar o raciocínio lógico e evitar erros no código.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Dados, em três ideias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9110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dado tem um tipo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2585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diz ao computador como interpretar e usar a informação — número ou texto, por exemplo.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099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tipo tem um comportamento próprio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91640" y="34472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diferentes ocupam espaços diferentes na memória e definem o que pode, ou não, ser feito com o dado.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43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288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ajudam a organizar o pensamento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46360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gavetas bem organizadas, os tipos estruturam o raciocínio lógico e evitam erros no código.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6235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1B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623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AULA 11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51760" y="56235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Definindo Novos Tipos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561320" y="5747004"/>
            <a:ext cx="530352" cy="53035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908" y="5879592"/>
            <a:ext cx="26517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Abstração e Especialização em Computação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2026-08-20T18:58:11Z</dcterms:created>
  <dcterms:modified xsi:type="dcterms:W3CDTF">2026-08-20T18:58:11Z</dcterms:modified>
</cp:coreProperties>
</file>