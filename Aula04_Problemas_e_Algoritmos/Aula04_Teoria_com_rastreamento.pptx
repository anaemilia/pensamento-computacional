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64" r:id="rId10"/>
    <p:sldId id="274" r:id="rId25"/>
    <p:sldId id="265" r:id="rId11"/>
    <p:sldId id="266" r:id="rId12"/>
    <p:sldId id="267" r:id="rId13"/>
    <p:sldId id="268" r:id="rId14"/>
    <p:sldId id="275" r:id="rId26"/>
    <p:sldId id="269" r:id="rId15"/>
    <p:sldId id="276" r:id="rId27"/>
    <p:sldId id="270" r:id="rId16"/>
    <p:sldId id="277" r:id="rId28"/>
    <p:sldId id="271" r:id="rId17"/>
    <p:sldId id="272" r:id="rId18"/>
    <p:sldId id="278" r:id="rId29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4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 Algoritmos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uma situação-problema em algoritmo interpretável?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de 15  ·  2 horas  ·  Problemas e Algoritmos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problema (o que resolver) de algoritmo (como resolver).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as três fases de um algoritmo: entrada, processamento e saída.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Decompor um cálculo simples (ex.: média) em etapas.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decisões e repetições a um algoritmo.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 depurar um algoritmo com casos diversos.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4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problema? O que é um algoritmo?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ou tarefa a resolver, definida por dados de entrada e um resultado esperado.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programar, é preciso entender o que está sendo pedido.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finita de passos lógicos que, seguidos, resolvem o problema.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Organiza-se em três fases: entrada → processamento → saída.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correto resolve o problema para todos os casos válidos, não só para um exemplo.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CÓDIGO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algoritmo ao código executável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comuns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dados, cálculo e resultado antes de escrever qualquer código.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uma conta repetida em função reutilizável.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e depurar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casos de teste simples e casos extremos.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a etapa exata onde o resultado diverge do esperado.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 e investigação.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3 ao Bloco 4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3: dedução — aplicar regras gerais a casos específicos.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5: representação de processos e dados — escolher a estrutura certa.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4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situação-problema em algoritmo interpretável?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4.1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problema antes do algoritmo?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pergunta em texto.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dados de entrada.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que será calculado.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"calcular media de notas"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do problema antes do código.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Deslocar foco da ferramenta para a tarefa.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algoritmo, há uma situação que precisa ser interpretada e modelada.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4.2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entrada, processo e saída?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dados, cálculo e resultado.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cada papel.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Modifique uma entrada.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como organização de dados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entrada–processo–saída torna visível o caminho de transformação dos dados.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4.3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 algoritmo de média?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soma.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tamanho.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soma por tamanho.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torna relações intermediárias visíveis.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a média em partes evita que a fórmula fique opaca.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4.4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acrescentar uma decisão ao algoritmo?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média calculada.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regra de situação.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notas diferentes.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ação e interpretação da saída.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mostra que algoritmos produzem sentidos, não apenas números.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4.5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um algoritmo em etapas?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as etapas como strings.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as células do Pluto.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Reordene se necessário.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 notas"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"somar"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"dividir"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"classificar"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sequencial de processos.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etapas ajuda a perceber ordem, dependência e possibilidade de erro.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4.6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laço executa uma repetição controlada?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valores manualmente.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use laço.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 duas estratégias.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procedural de acumulação.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interação consciente com a forma favorece reflexão conceitual.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torna visível o processo repetido que funções prontas escondem.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4.7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algoritmo em função?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Receba notas como entrada.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média internamente.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a saída.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e encapsulamento de processo.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transforma uma sequência de passos em ferramenta reutilizável.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4.8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depurar um algoritmo?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erro proposital.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a etapa incorreta.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e explique.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como indicador de relação mal representada.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Depurar é reconstruir a relação entre procedimento e significado.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4.9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testar um algoritmo com casos diversos?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casos simples.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extremos.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expectativa.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soluções e estados.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casos mostra se o algoritmo funciona além do exemplo inicial.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4.10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um algoritmo pedagogicamente?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explicação das etapas.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as relações intermediárias.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limites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saida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justificativa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percurso, não apenas resultado.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 algoritmo aparece na clareza com que o estudante explica dados, etapas e decisões.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 Algoritmos,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correto resolve o problema para todos os casos válidos, não só para um exemplo.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 e investigação.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5: Representação de Processos e Dados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entrada, processo e saída?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[8.0, 6.0, 7.5]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sum(notas)/length(notas)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6.0, 7.5]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 / 3 = 7.1666...  (≈ 7,17)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um algoritmo de média?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310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10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16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[8.0, 6.0, 7.5]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sum(notas)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 / tamanho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3680"/>
            <a:ext cx="11185855" cy="3764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73680"/>
            <a:ext cx="54864" cy="3764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5120"/>
            <a:ext cx="10728655" cy="358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6.0, 7.5]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21.5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 / 3 = 7.1666...  (≈ 7,17)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algoritmo em função?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calcula_media(notas)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sum(notas) /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função: soma as notas e divide pela quantidade de notas — não é chamada neste slide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depurar um algoritmo?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[8, 6,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 = sum(notas) /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 = 10.5  (errado: divide por 2 em vez de por length(notas) = 3 — o valor correto seria 7)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·  Tarefa 4.9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um algoritmo com casos diversos?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= [[10,10], [0,0], [7,7]]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[calcula_media(c) for c in casos]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[[10, 10], [0, 0], [7, 7]]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 aplicada a cada caso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calcula_media([10,10]) = sum([10,10])/length([10,10]) = 20/2 = 10.0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calcula_media([0,0]) = 0/2 = 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calcula_media([7,7]) = 14/2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[10.0, 0.0, 7.0]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RIBEIRO, João Araújo. Introdução à Programação e aos algoritmos. Rio de Janeiro: LTC, 2019. ISBN 978-85-216-3640-3.</a:t>
            </a:r>
            <a:endParaRPr lang="pt-BR" sz="1400" dirty="0"/>
          </a:p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Felleisen, M.; Findler, R. B.; Flatt, M.; Krishnamurthi, S. How to Design Programs. The MIT Press, 2001. Disponível em: www.htdp.org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