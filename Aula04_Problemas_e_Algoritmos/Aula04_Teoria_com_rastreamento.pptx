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24"/>
    <p:sldId id="264" r:id="rId10"/>
    <p:sldId id="274" r:id="rId25"/>
    <p:sldId id="265" r:id="rId11"/>
    <p:sldId id="266" r:id="rId12"/>
    <p:sldId id="267" r:id="rId13"/>
    <p:sldId id="268" r:id="rId14"/>
    <p:sldId id="275" r:id="rId26"/>
    <p:sldId id="269" r:id="rId15"/>
    <p:sldId id="276" r:id="rId27"/>
    <p:sldId id="270" r:id="rId16"/>
    <p:sldId id="277" r:id="rId28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  <Relationship Id="rId28" Type="http://schemas.openxmlformats.org/officeDocument/2006/relationships/slide" Target="slides/slide22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965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· AULA 4 DE 15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33172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e Algoritmos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379476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i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uma situação-problema em algoritmo interpretável?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22960" y="598932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de 15  ·  2 horas  ·  Problemas e Algoritmos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esperamos desta aula?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9692640" y="457200"/>
            <a:ext cx="1947672" cy="384048"/>
          </a:xfrm>
          <a:prstGeom prst="roundRect">
            <a:avLst>
              <a:gd name="adj" fmla="val 19048"/>
            </a:avLst>
          </a:prstGeom>
          <a:solidFill>
            <a:srgbClr val="FBEEDD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9692640" y="457200"/>
            <a:ext cx="1947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1554480"/>
            <a:ext cx="11094415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68680" y="187452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problema (o que resolver) de algoritmo (como resolver).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as três fases de um algoritmo: entrada, processamento e saída.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Decompor um cálculo simples (ex.: média) em etapas.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6263640" y="187452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Acrescentar decisões e repetições a um algoritmo.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e depurar um algoritmo com casos diversos.</a:t>
            </a:r>
            <a:endParaRPr lang="en-US" sz="1550" dirty="0"/>
          </a:p>
          <a:p>
            <a:pPr marL="203200" indent="-203200">
              <a:spcAft>
                <a:spcPts val="1400"/>
              </a:spcAft>
              <a:buSzPct val="100000"/>
              <a:buChar char="▪"/>
            </a:pPr>
            <a:r>
              <a:rPr lang="en-US" sz="15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Praticar as 10 tarefas do Bloco 4 em Julia/Pluto.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 CENTRAL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 problema? O que é um algoritmo?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68680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pergunta ou tarefa a resolver, definida por dados de entrada e um resultado esperado.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programar, é preciso entender o que está sendo pedido.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33008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53048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53048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finita de passos lógicos que, seguidos, resolvem o problema.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Organiza-se em três fases: entrada → processamento → saída.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4526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algoritmo correto resolve o problema para todos os casos válidos, não só para um exemplo.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IDEIA AO CÓDIGO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algoritmo ao código executável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68680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Etapas comuns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dados, cálculo e resultado antes de escrever qualquer código.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uma conta repetida em função reutilizável.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33008" y="1600200"/>
            <a:ext cx="5410048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53048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Testar e depurar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53048" y="228600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casos de teste simples e casos extremos.</a:t>
            </a:r>
            <a:endParaRPr lang="en-US" sz="14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Localizar a etapa exata onde o resultado diverge do esperado.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4526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recorrente: representação, manipulação e investigação.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502920" cy="502920"/>
          </a:xfrm>
          <a:prstGeom prst="ellipse">
            <a:avLst/>
          </a:prstGeom>
          <a:solidFill>
            <a:srgbClr val="2C7A8C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" y="89154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768096"/>
            <a:ext cx="10408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4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Bloco 3 ao Bloco 4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41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68680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vimos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86000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3: dedução — aplicar regras gerais a casos específicos.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33008" y="1600200"/>
            <a:ext cx="541004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4EA"/>
            </a:solidFill>
            <a:prstDash val="solid"/>
          </a:ln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53048" y="1856232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onde vamos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53048" y="2286000"/>
            <a:ext cx="4769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5: representação de processos e dados — escolher a estrutura certa.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Computacional — Aula 4 de 15.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TAREFAS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777240" cy="777240"/>
          </a:xfrm>
          <a:prstGeom prst="roundRect">
            <a:avLst>
              <a:gd name="adj" fmla="val 9412"/>
            </a:avLst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777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554480" y="713232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tarefas em formato de pergunta, com exemplos em Julia/Pluto.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219456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PERGUNTA-GUIA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542032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uma situação-problema em algoritmo interpretável?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bloco, as tarefas usam Julia e Pluto para transformar conceitos da ementa em ações observáveis: organizar, representar, manipular, interpretar e revisar.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709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i="1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abre a aula; o código serve para tornar a relação conceitual discutível.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1 DE 10  ·  4.1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é o problema antes do algoritmo?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a pergunta em texto.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Identifique dados de entrada.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que será calculado.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"calcular media de notas"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7.5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Formulação do problema antes do código.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Deslocar foco da ferramenta para a tarefa.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e o tipo de dado influenciam a representação escolhida.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algoritmo, há uma situação que precisa ser interpretada e modelada.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2 DE 10  ·  4.2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representar entrada, processo e saída?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dados, cálculo e resultado.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cada papel.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Modifique uma entrada.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7.5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como organização de dados e relações.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dados é componente crítico da representação.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Representações ampliam a percepção de propriedades e relações.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Explicitar variáveis, relações e restrições.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 entrada–processo–saída torna visível o caminho de transformação dos dados.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3 DE 10  ·  4.3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decompor um algoritmo de média?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soma.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tamanho.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Divida soma por tamanho.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7.5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tamanho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tamanho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torna relações intermediárias visíveis.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código, texto, tabela, gráfico e interpretação.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tarefa deve articular dimensão material e cognitiva.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a média em partes evita que a fórmula fique opaca.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4 DE 10  ·  4.4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acrescentar uma decisão ao algoritmo?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média calculada.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uma regra de situação.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notas diferentes.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situacao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"aprovado"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"rever"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ação e interpretação da saída.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qualitativa observa invariantes e relações mobilizadas na 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explicação do raciocínio desenvolvido.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Transnumeração torna dados interpretáveis em nova forma.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classificação mostra que algoritmos produzem sentidos, não apenas números.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5 DE 10  ·  4.5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representar um algoritmo em etapas?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as etapas como strings.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 as células do Pluto.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Reordene se necessário.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etapas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"ler notas"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"somar"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"dividir"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D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"classificar"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Arranjo sequencial de processos.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Organizar dados é componente crítico da representação.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representação influencia erros, antecipações e reorganizações.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revisão, depuração e reconstrução.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etapas ajuda a perceber ordem, dependência e possibilidade de erro.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6 DE 10  ·  4.6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um laço executa uma repetição controlada?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valores manualmente.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use laço.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as duas estratégias.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Representação procedural de acumulação.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Listas, tabelas e gráficos comunicam histórias diferentes dos dados.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interação consciente com a forma favorece reflexão conceitual.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manipulação de parâmetros e comparação de estados.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laço torna visível o processo repetido que funções prontas escondem.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7 DE 10  ·  4.7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transformar algoritmo em função?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Receba notas como entrada.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 média internamente.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Devolva a saída.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calcula_media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Generalização e encapsulamento de processo.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final não esgota a aprendizagem do conceito.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Múltiplas representações indicam modelagem mais bem-sucedida.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função transforma uma sequência de passos em ferramenta reutilizável.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8 DE 10  ·  4.8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depurar um algoritmo?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erro proposital.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 a etapa incorreta.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Corrija e explique.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media_errada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como indicador de relação mal representada.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de representação influencia erros, antecipações e reorganizações.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Incluir revisão, depuração e reconstrução.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idiossincráticas também revelam modos de pensar.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Depurar é reconstruir a relação entre procedimento e significado.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9 DE 10  ·  4.9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testar um algoritmo com casos diversos?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casos simples.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Inclua extremos.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com expectativa.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casos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2C8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calcula_media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casos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entre soluções e estados.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manipulação de parâmetros e comparação de estados.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percurso da tarefa revela mudanças no discurso e na 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planejadas desenvolvem representação e pensamento de ordem superior.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casos mostra se o algoritmo funciona além do exemplo inicial.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344168" y="384048"/>
            <a:ext cx="10298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10 DE 10  ·  4.10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344168" y="658368"/>
            <a:ext cx="1029888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avaliar um algoritmo pedagogicamente?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 BREVE NO PLUTO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5166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Peça explicação das etapas.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as relações intermediárias.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▪"/>
            </a:pPr>
            <a:r>
              <a:rPr lang="en-US" sz="14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Discuta limites da regra.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35040" y="1600200"/>
            <a:ext cx="5608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EM JULIA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965960"/>
            <a:ext cx="5608015" cy="1965960"/>
          </a:xfrm>
          <a:prstGeom prst="roundRect">
            <a:avLst>
              <a:gd name="adj" fmla="val 3721"/>
            </a:avLst>
          </a:prstGeom>
          <a:solidFill>
            <a:srgbClr val="12233B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1072" y="2203704"/>
            <a:ext cx="509595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avaliar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processo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saida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justificativa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896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9EE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E9F2F3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C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 QUALITATIVO NA ANÁLISE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percurso, não apenas resultado.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percurso de pensamento, não apenas o código final.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percurso da tarefa revela mudanças no discurso e na ação.</a:t>
            </a:r>
            <a:endParaRPr lang="en-US" sz="1100" dirty="0"/>
          </a:p>
          <a:p>
            <a:pPr marL="203200" indent="-203200">
              <a:spcAft>
                <a:spcPts val="600"/>
              </a:spcAft>
              <a:buSzPct val="100000"/>
              <a:buChar char="▪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Níveis SOLO ajudam a observar respostas de menor a maior integração.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3008" y="3977640"/>
            <a:ext cx="5410048" cy="1965960"/>
          </a:xfrm>
          <a:prstGeom prst="roundRect">
            <a:avLst>
              <a:gd name="adj" fmla="val 3721"/>
            </a:avLst>
          </a:prstGeom>
          <a:solidFill>
            <a:srgbClr val="FBEEDD"/>
          </a:solidFill>
          <a:ln/>
          <a:effectLst>
            <a:outerShdw sx="100000" sy="100000" kx="0" ky="0" algn="bl" rotWithShape="0" blurRad="76200" dist="25400" dir="5400000">
              <a:srgbClr val="1B3A5C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07328" y="4160520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57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NA APRENDIZAGEM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07328" y="44805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qualidade do algoritmo aparece na clareza com que o estudante explica dados, etapas e decisões.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recorrentes: representação, manipulação, feedback, investigação, transnumeração, reflexão metaconceitual e limites do modelo.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840480" cy="3840480"/>
          </a:xfrm>
          <a:prstGeom prst="ellipse">
            <a:avLst/>
          </a:prstGeom>
          <a:solidFill>
            <a:srgbClr val="2C7A8C">
              <a:alpha val="1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E8963C">
              <a:alpha val="1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 AULA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e Algoritmos, em duas ideias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192024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algoritmo correto resolve o problema para todos os casos válidos, não só para um exemplo.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457200" cy="45720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78892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qualitativo recorrente: representação, manipulação e investigação.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1E3A5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68680" y="4297680"/>
            <a:ext cx="502920" cy="502920"/>
          </a:xfrm>
          <a:prstGeom prst="ellipse">
            <a:avLst/>
          </a:prstGeom>
          <a:solidFill>
            <a:srgbClr val="E8963C"/>
          </a:solidFill>
          <a:ln/>
        </p:spPr>
        <p:txBody>
          <a:bodyPr/>
          <a:p/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416552"/>
            <a:ext cx="265176" cy="26517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600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9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SEGUIR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600200" y="44805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5: Representação de Processos e Dados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 · Problemas e Algoritmos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27145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  ·  Tarefa 4.2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representar entrada, processo e saída?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0629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0629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916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 = [8.0, 6.0, 7.5]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 = sum(notas)/length(notas)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26030"/>
            <a:ext cx="11185855" cy="40119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26030"/>
            <a:ext cx="54864" cy="40119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17470"/>
            <a:ext cx="10728655" cy="382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[8.0, 6.0, 7.5]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sum(notas)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21.5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length(notas)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21.5 / 3 = 7.1666...  (≈ 7,17)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  ·  Tarefa 4.3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decompor um algoritmo de média?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3106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3106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1164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 = [8.0, 6.0, 7.5]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 = sum(notas)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tamanho = length(notas)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 = soma / tamanho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773680"/>
            <a:ext cx="11185855" cy="37642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773680"/>
            <a:ext cx="54864" cy="37642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865120"/>
            <a:ext cx="10728655" cy="3581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[8.0, 6.0, 7.5]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soma = 21.5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tamanho = 3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21.5 / 3 = 7.1666...  (≈ 7,17)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  ·  Tarefa 4.7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transformar algoritmo em função?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0629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0629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916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calcula_media(notas)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sum(notas) / length(notas)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26030"/>
            <a:ext cx="11185855" cy="40119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26030"/>
            <a:ext cx="54864" cy="40119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17470"/>
            <a:ext cx="10728655" cy="382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calcula_media(notas)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define a função: soma as notas e divide pela quantidade de notas — não é chamada neste slide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  ·  Tarefa 4.8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depurar um algoritmo?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 = [8, 6, 7]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media_errada = sum(notas) / 2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[8, 6, 7]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sum(notas)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media_errada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 = 10.5  (errado: divide por 2 em vez de por length(notas) = 3 — o valor correto seria 7)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  ·  Tarefa 4.9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testar um algoritmo com casos diversos?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8153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8153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6690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casos = [[10,10], [0,0], [7,7]]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[calcula_media(c) for c in casos]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78380"/>
            <a:ext cx="11185855" cy="42595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278380"/>
            <a:ext cx="54864" cy="42595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369820"/>
            <a:ext cx="10728655" cy="4076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casos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[[10, 10], [0, 0], [7, 7]]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calcula_media aplicada a cada caso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calcula_media([10,10]) = sum([10,10])/length([10,10]) = 20/2 = 10.0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calcula_media([0,0]) = 0/2 = 0.0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calcula_media([7,7]) = 14/2 = 7.0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[10.0, 0.0, 7.0]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2026-08-20T20:46:44Z</dcterms:created>
  <dcterms:modified xsi:type="dcterms:W3CDTF">2026-08-20T20:46:44Z</dcterms:modified>
</cp:coreProperties>
</file>