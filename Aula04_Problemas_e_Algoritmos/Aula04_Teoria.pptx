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65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4 DE 15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3317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e Algoritmos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379476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i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uma situação-problema em algoritmo interpretável?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22960" y="598932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de 15  ·  2 horas  ·  Problemas e Algoritmos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9692640" y="457200"/>
            <a:ext cx="1947672" cy="384048"/>
          </a:xfrm>
          <a:prstGeom prst="roundRect">
            <a:avLst>
              <a:gd name="adj" fmla="val 19048"/>
            </a:avLst>
          </a:prstGeom>
          <a:solidFill>
            <a:srgbClr val="FBEEDD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9692640" y="457200"/>
            <a:ext cx="194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1554480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68680" y="187452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problema (o que resolver) de algoritmo (como resolver).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as três fases de um algoritmo: entrada, processamento e saída.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Decompor um cálculo simples (ex.: média) em etapas.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6263640" y="187452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Acrescentar decisões e repetições a um algoritmo.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e depurar um algoritmo com casos diversos.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4 em Julia/Pluto.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 problema? O que é um algoritmo?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pergunta ou tarefa a resolver, definida por dados de entrada e um resultado esperado.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programar, é preciso entender o que está sendo pedido.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finita de passos lógicos que, seguidos, resolvem o problema.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Organiza-se em três fases: entrada → processamento → saída.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4526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algoritmo correto resolve o problema para todos os casos válidos, não só para um exemplo.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IDEIA AO CÓDIGO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algoritmo ao código executável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Etapas comuns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dados, cálculo e resultado antes de escrever qualquer código.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uma conta repetida em função reutilizável.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 e depurar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casos de teste simples e casos extremos.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Localizar a etapa exata onde o resultado diverge do esperado.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4526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representação, manipulação e investigação.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Bloco 3 ao Bloco 4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vimos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3: dedução — aplicar regras gerais a casos específicos.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onde vamos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5: representação de processos e dados — escolher a estrutura certa.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4 de 15.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TAREFAS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777240" cy="777240"/>
          </a:xfrm>
          <a:prstGeom prst="roundRect">
            <a:avLst>
              <a:gd name="adj" fmla="val 9412"/>
            </a:avLst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tarefas em formato de pergunta, com exemplos em Julia/Pluto.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219456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542032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uma situação-problema em algoritmo interpretável?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1 DE 10  ·  4.1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é o problema antes do algoritmo?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a pergunta em texto.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dados de entrada.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será calculado.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"calcular media de notas"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Formulação do problema antes do código.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Deslocar foco da ferramenta para a tarefa.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algoritmo, há uma situação que precisa ser interpretada e modelada.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2 DE 10  ·  4.2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representar entrada, processo e saída?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dados, cálculo e resultado.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cada papel.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Modifique uma entrada.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como organização de dados e relações.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dados é componente crítico da representação.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variáveis, relações e restrições.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 entrada–processo–saída torna visível o caminho de transformação dos dados.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3 DE 10  ·  4.3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um algoritmo de média?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soma.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tamanho.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Divida soma por tamanho.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tamanho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tamanho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torna relações intermediárias visíveis.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 deve articular dimensão material e cognitiva.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a média em partes evita que a fórmula fique opaca.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4 DE 10  ·  4.4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acrescentar uma decisão ao algoritmo?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média calculada.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uma regra de situação.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notas diferentes.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"aprovado"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"rever"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ação e interpretação da saída.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qualitativa observa invariantes e relações mobilizadas na 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classificação mostra que algoritmos produzem sentidos, não apenas números.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5 DE 10  ·  4.5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representar um algoritmo em etapas?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etapas como strings.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 as células do Pluto.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Reordene se necessário.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etapas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"ler notas"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"somar"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"dividir"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"classificar"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Arranjo sequencial de processos.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dados é componente crítico da representação.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representação influencia erros, antecipações e reorganizações.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revisão, depuração e reconstrução.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etapas ajuda a perceber ordem, dependência e possibilidade de erro.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6 DE 10  ·  4.6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 laço executa uma repetição controlada?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valores manualmente.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use laço.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as duas estratégias.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procedural de acumulação.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interação consciente com a forma favorece reflexão conceitual.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manipulação de parâmetros e comparação de estados.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laço torna visível o processo repetido que funções prontas escondem.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7 DE 10  ·  4.7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algoritmo em função?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Receba notas como entrada.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média internamente.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Devolva a saída.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calcula_media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Generalização e encapsulamento de processo.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função transforma uma sequência de passos em ferramenta reutilizável.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8 DE 10  ·  4.8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depurar um algoritmo?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erro proposital.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 a etapa incorreta.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Corrija e explique.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media_errada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como indicador de relação mal representada.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representação influencia erros, antecipações e reorganizações.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revisão, depuração e reconstrução.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idiossincráticas também revelam modos de pensar.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Depurar é reconstruir a relação entre procedimento e significado.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9 DE 10  ·  4.9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testar um algoritmo com casos diversos?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casos simples.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Inclua extremos.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 expectativa.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casos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calcula_media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casos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soluções e estados.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manipulação de parâmetros e comparação de estados.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planejadas desenvolvem representação e pensamento de ordem superior.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casos mostra se o algoritmo funciona além do exemplo inicial.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10 DE 10  ·  4.10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um algoritmo pedagogicamente?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explicação das etapas.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as relações intermediárias.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limites da regra.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saida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justificativa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percurso, não apenas resultado.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qualidade do algoritmo aparece na clareza com que o estudante explica dados, etapas e decisões.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e Algoritmos, em duas ideias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19202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algoritmo correto resolve o problema para todos os casos válidos, não só para um exemplo.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7889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representação, manipulação e investigação.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1E3A5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68680" y="42976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416552"/>
            <a:ext cx="265176" cy="26517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600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600200" y="4480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5: Representação de Processos e Dados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2026-08-20T20:46:44Z</dcterms:created>
  <dcterms:modified xsi:type="dcterms:W3CDTF">2026-08-20T20:46:44Z</dcterms:modified>
</cp:coreProperties>
</file>