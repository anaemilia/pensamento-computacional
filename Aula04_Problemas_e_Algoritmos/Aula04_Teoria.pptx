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4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e Algoritmos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uma situação-problema em algoritmo interpretável?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de 15  ·  2 horas  ·  Problemas e Algoritmos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457200"/>
            <a:ext cx="1947672" cy="384048"/>
          </a:xfrm>
          <a:prstGeom prst="roundRect">
            <a:avLst>
              <a:gd name="adj" fmla="val 19048"/>
            </a:avLst>
          </a:prstGeom>
          <a:solidFill>
            <a:srgbClr val="FBEEDD"/>
          </a:solidFill>
          <a:ln/>
        </p:spPr>
      </p:sp>
      <p:sp>
        <p:nvSpPr>
          <p:cNvPr id="7" name="Text 4"/>
          <p:cNvSpPr/>
          <p:nvPr/>
        </p:nvSpPr>
        <p:spPr>
          <a:xfrm>
            <a:off x="9692640" y="4572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4415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problema (o que resolver) de algoritmo (como resolver).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as três fases de um algoritmo: entrada, processamento e saída.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Decompor um cálculo simples (ex.: média) em etapas.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6364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Acrescentar decisões e repetições a um algoritmo.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e depurar um algoritmo com casos diversos.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4 em Julia/Pluto.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problema? O que é um algoritmo?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pergunta ou tarefa a resolver, definida por dados de entrada e um resultado esperado.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programar, é preciso entender o que está sendo pedido.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finita de passos lógicos que, seguidos, resolvem o problema.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Organiza-se em três fases: entrada → processamento → saída.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correto resolve o problema para todos os casos válidos, não só para um exemplo.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AO CÓDIGO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algoritmo ao código executável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comuns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dados, cálculo e resultado antes de escrever qualquer código.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uma conta repetida em função reutilizável.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e depurar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casos de teste simples e casos extremos.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a etapa exata onde o resultado diverge do esperado.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representação, manipulação e investigação.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3 ao Bloco 4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vimos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3: dedução — aplicar regras gerais a casos específicos.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5: representação de processos e dados — escolher a estrutura certa.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4 de 15.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TAREFAS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tarefas em formato de pergunta, com exemplos em Julia/Pluto.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uma situação-problema em algoritmo interpretável?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 DE 10  ·  4.1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problema antes do algoritmo?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pergunta em texto.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dados de entrada.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o que será calculado.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"calcular media de notas"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do problema antes do código.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deslocar foco da ferramenta para a tarefa.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o resultado final não esgota a aprendizagem do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algoritmo, há uma situação que precisa ser interpretada e modelada.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2 DE 10  ·  4.2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entrada, processo e saída?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dados, cálculo e resultado.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cada papel.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Modifique uma entrada.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como organização de dados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organizar dados é componente crítico da representação.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explicitar variáveis, relações e restrições.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entrada–processo–saída torna visível o caminho de transformação dos dados.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3 DE 10  ·  4.3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um algoritmo de média?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soma.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tamanho.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soma por tamanho.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torna relações intermediárias visíveis.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articular código, texto, tabela, gráfico e interpretação.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tarefa deve articular dimensão material e cognitiva.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a média em partes evita que a fórmula fique opaca.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4 DE 10  ·  4.4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acrescentar uma decisão ao algoritmo?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média calculada.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regra de situação.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notas diferentes.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"rever"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ação e interpretação da saída.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análise qualitativa observa invariantes e relações mobilizadas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solicitar explicação do raciocínio desenvolvido.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transnumeração torna dados interpretáveis em nova forma.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mostra que algoritmos produzem sentidos, não apenas números.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5 DE 10  ·  4.5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um algoritmo em etapas?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as etapas como strings.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as células do Pluto.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Reordene se necessário.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"ler notas"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"somar"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"dividir"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"classificar"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Arranjo sequencial de processos.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organizar dados é componente crítico da representação.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forma de representação influencia erros, antecipações e reorganizações.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incluir revisão, depuração e reconstrução.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de etapas ajuda a perceber ordem, dependência e possibilidade de erro.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6 DE 10  ·  4.6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laço executa uma repetição controlada?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valores manualmente.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use laço.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as duas estratégias.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procedural de acumulação.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listas, tabelas e gráficos comunicam histórias diferentes dos dados.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interação consciente com a forma favorece reflexão conceitual.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permitir manipulação de parâmetros e comparação de estados.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torna visível o processo repetido que funções prontas escondem.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7 DE 10  ·  4.7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algoritmo em função?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Receba notas como entrada.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média internamente.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Devolva a saída.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calcula_media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 e encapsulamento de processo.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avaliar o percurso de pensamento, não apenas o código final.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o resultado final não esgota a aprendizagem do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múltiplas representações indicam modelagem mais bem-sucedida.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transforma uma sequência de passos em ferramenta reutilizável.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8 DE 10  ·  4.8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depurar um algoritmo?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erro proposital.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a etapa incorreta.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Corrija e explique.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media_errada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como indicador de relação mal representada.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forma de representação influencia erros, antecipações e reorganizações.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incluir revisão, depuração e reconstrução.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respostas idiossincráticas também revelam modos de pensar.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Depurar é reconstruir a relação entre procedimento e significado.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9 DE 10  ·  4.9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testar um algoritmo com casos diversos?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casos simples.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extremos.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expectativa.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calcula_media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soluções e estados.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permitir manipulação de parâmetros e comparação de estados.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o percurso da tarefa revela mudanças no discurso e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atividades planejadas desenvolvem representação e pensamento de ordem superior.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casos mostra se o algoritmo funciona além do exemplo inicial.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10 DE 10  ·  4.10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um algoritmo pedagogicamente?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explicação das etapas.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as relações intermediárias.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limites da regra.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saida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justificativa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percurso, não apenas resultado.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avaliar o percurso de pensamento, não apenas o código final.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o percurso da tarefa revela mudanças no discurso e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do algoritmo aparece na clareza com que o estudante explica dados, etapas e decisões.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e Algoritmos, em duas ideias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correto resolve o problema para todos os casos válidos, não só para um exemplo.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representação, manipulação e investigação.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41655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0020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5: Representação de Processos e Dados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Problemas e Algoritmos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2026-08-20T20:46:44Z</dcterms:created>
  <dcterms:modified xsi:type="dcterms:W3CDTF">2026-08-20T20:46:44Z</dcterms:modified>
</cp:coreProperties>
</file>